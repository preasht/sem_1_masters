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changesInfos/changesInfo1.xml" ContentType="application/vnd.ms-powerpoint.changes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58" r:id="rId4"/>
    <p:sldId id="259" r:id="rId5"/>
    <p:sldId id="260" r:id="rId6"/>
    <p:sldId id="261" r:id="rId7"/>
    <p:sldId id="262" r:id="rId8"/>
    <p:sldId id="263" r:id="rId9"/>
    <p:sldId id="264" r:id="rId10"/>
    <p:sldId id="273" r:id="rId11"/>
    <p:sldId id="275" r:id="rId12"/>
    <p:sldId id="274" r:id="rId13"/>
    <p:sldId id="265" r:id="rId14"/>
    <p:sldId id="271" r:id="rId15"/>
    <p:sldId id="272" r:id="rId16"/>
    <p:sldId id="270" r:id="rId17"/>
    <p:sldId id="266" r:id="rId18"/>
    <p:sldId id="267" r:id="rId19"/>
    <p:sldId id="268" r:id="rId20"/>
    <p:sldId id="269" r:id="rId21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21E4AEA4-8DFA-4A89-87EB-49C32662AFE0}" styleName="Medium Style 2 - Accent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073A0DAA-6AF3-43AB-8588-CEC1D06C72B9}" styleName="Medium Style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5940675A-B579-460E-94D1-54222C63F5DA}" styleName="No Style, Table Grid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4995" autoAdjust="0"/>
    <p:restoredTop sz="94660"/>
  </p:normalViewPr>
  <p:slideViewPr>
    <p:cSldViewPr snapToGrid="0">
      <p:cViewPr varScale="1">
        <p:scale>
          <a:sx n="84" d="100"/>
          <a:sy n="84" d="100"/>
        </p:scale>
        <p:origin x="658" y="4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tableStyles" Target="tableStyles.xml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theme" Target="theme/theme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viewProps" Target="viewProp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presProps" Target="presProps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microsoft.com/office/2016/11/relationships/changesInfo" Target="changesInfos/changesInfo1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Priya Shrestha" userId="af9c459405d6d171" providerId="LiveId" clId="{B0B02B63-A9B0-406B-B676-65AE3B19ACD7}"/>
    <pc:docChg chg="undo redo custSel addSld delSld modSld sldOrd">
      <pc:chgData name="Priya Shrestha" userId="af9c459405d6d171" providerId="LiveId" clId="{B0B02B63-A9B0-406B-B676-65AE3B19ACD7}" dt="2025-11-14T04:07:17.406" v="5345" actId="1076"/>
      <pc:docMkLst>
        <pc:docMk/>
      </pc:docMkLst>
      <pc:sldChg chg="addSp delSp modSp mod">
        <pc:chgData name="Priya Shrestha" userId="af9c459405d6d171" providerId="LiveId" clId="{B0B02B63-A9B0-406B-B676-65AE3B19ACD7}" dt="2025-11-10T10:57:26.772" v="1652" actId="20577"/>
        <pc:sldMkLst>
          <pc:docMk/>
          <pc:sldMk cId="2375152553" sldId="256"/>
        </pc:sldMkLst>
        <pc:spChg chg="mod">
          <ac:chgData name="Priya Shrestha" userId="af9c459405d6d171" providerId="LiveId" clId="{B0B02B63-A9B0-406B-B676-65AE3B19ACD7}" dt="2025-11-08T17:27:05.048" v="77" actId="20577"/>
          <ac:spMkLst>
            <pc:docMk/>
            <pc:sldMk cId="2375152553" sldId="256"/>
            <ac:spMk id="2" creationId="{A8829D76-6EEC-A172-EF5C-8217F337CA4D}"/>
          </ac:spMkLst>
        </pc:spChg>
        <pc:spChg chg="mod">
          <ac:chgData name="Priya Shrestha" userId="af9c459405d6d171" providerId="LiveId" clId="{B0B02B63-A9B0-406B-B676-65AE3B19ACD7}" dt="2025-11-10T10:56:31.120" v="1595" actId="123"/>
          <ac:spMkLst>
            <pc:docMk/>
            <pc:sldMk cId="2375152553" sldId="256"/>
            <ac:spMk id="3" creationId="{6ED9B688-458E-87FF-F3AE-AFAACCD04203}"/>
          </ac:spMkLst>
        </pc:spChg>
        <pc:spChg chg="mod">
          <ac:chgData name="Priya Shrestha" userId="af9c459405d6d171" providerId="LiveId" clId="{B0B02B63-A9B0-406B-B676-65AE3B19ACD7}" dt="2025-11-10T10:57:26.772" v="1652" actId="20577"/>
          <ac:spMkLst>
            <pc:docMk/>
            <pc:sldMk cId="2375152553" sldId="256"/>
            <ac:spMk id="6" creationId="{1E223198-9318-4C5A-2E47-FD30D333E076}"/>
          </ac:spMkLst>
        </pc:spChg>
        <pc:spChg chg="mod">
          <ac:chgData name="Priya Shrestha" userId="af9c459405d6d171" providerId="LiveId" clId="{B0B02B63-A9B0-406B-B676-65AE3B19ACD7}" dt="2025-11-10T10:43:59.221" v="1557" actId="1076"/>
          <ac:spMkLst>
            <pc:docMk/>
            <pc:sldMk cId="2375152553" sldId="256"/>
            <ac:spMk id="8" creationId="{6FCB2DC9-72AC-F496-C4F4-F37B3713653B}"/>
          </ac:spMkLst>
        </pc:spChg>
        <pc:spChg chg="mod">
          <ac:chgData name="Priya Shrestha" userId="af9c459405d6d171" providerId="LiveId" clId="{B0B02B63-A9B0-406B-B676-65AE3B19ACD7}" dt="2025-11-08T17:37:12.810" v="311" actId="120"/>
          <ac:spMkLst>
            <pc:docMk/>
            <pc:sldMk cId="2375152553" sldId="256"/>
            <ac:spMk id="11" creationId="{7B222CD8-E76D-4A10-6358-07A917DA9084}"/>
          </ac:spMkLst>
        </pc:spChg>
        <pc:picChg chg="add del mod">
          <ac:chgData name="Priya Shrestha" userId="af9c459405d6d171" providerId="LiveId" clId="{B0B02B63-A9B0-406B-B676-65AE3B19ACD7}" dt="2025-11-08T17:25:24.518" v="72" actId="1076"/>
          <ac:picMkLst>
            <pc:docMk/>
            <pc:sldMk cId="2375152553" sldId="256"/>
            <ac:picMk id="4" creationId="{06A10036-83C9-F922-F5C8-94488C06609E}"/>
          </ac:picMkLst>
        </pc:picChg>
      </pc:sldChg>
      <pc:sldChg chg="addSp delSp modSp mod">
        <pc:chgData name="Priya Shrestha" userId="af9c459405d6d171" providerId="LiveId" clId="{B0B02B63-A9B0-406B-B676-65AE3B19ACD7}" dt="2025-11-09T10:20:07.277" v="1179" actId="1076"/>
        <pc:sldMkLst>
          <pc:docMk/>
          <pc:sldMk cId="1632602352" sldId="257"/>
        </pc:sldMkLst>
        <pc:spChg chg="mod">
          <ac:chgData name="Priya Shrestha" userId="af9c459405d6d171" providerId="LiveId" clId="{B0B02B63-A9B0-406B-B676-65AE3B19ACD7}" dt="2025-11-09T10:09:03.946" v="1151" actId="1076"/>
          <ac:spMkLst>
            <pc:docMk/>
            <pc:sldMk cId="1632602352" sldId="257"/>
            <ac:spMk id="2" creationId="{50147D9D-A51C-19FC-C566-3D78905C63A8}"/>
          </ac:spMkLst>
        </pc:spChg>
        <pc:spChg chg="mod">
          <ac:chgData name="Priya Shrestha" userId="af9c459405d6d171" providerId="LiveId" clId="{B0B02B63-A9B0-406B-B676-65AE3B19ACD7}" dt="2025-11-09T10:20:07.277" v="1179" actId="1076"/>
          <ac:spMkLst>
            <pc:docMk/>
            <pc:sldMk cId="1632602352" sldId="257"/>
            <ac:spMk id="3" creationId="{927E27B6-BA2B-C9F4-A9A3-24A1EEF70B6C}"/>
          </ac:spMkLst>
        </pc:spChg>
      </pc:sldChg>
      <pc:sldChg chg="addSp delSp modSp add mod">
        <pc:chgData name="Priya Shrestha" userId="af9c459405d6d171" providerId="LiveId" clId="{B0B02B63-A9B0-406B-B676-65AE3B19ACD7}" dt="2025-11-13T10:16:40.908" v="4795" actId="20577"/>
        <pc:sldMkLst>
          <pc:docMk/>
          <pc:sldMk cId="1519435805" sldId="258"/>
        </pc:sldMkLst>
        <pc:spChg chg="mod">
          <ac:chgData name="Priya Shrestha" userId="af9c459405d6d171" providerId="LiveId" clId="{B0B02B63-A9B0-406B-B676-65AE3B19ACD7}" dt="2025-11-08T19:21:41.725" v="918" actId="255"/>
          <ac:spMkLst>
            <pc:docMk/>
            <pc:sldMk cId="1519435805" sldId="258"/>
            <ac:spMk id="2" creationId="{A014DF14-B66E-63AB-9714-9EF85E887A2F}"/>
          </ac:spMkLst>
        </pc:spChg>
        <pc:spChg chg="mod">
          <ac:chgData name="Priya Shrestha" userId="af9c459405d6d171" providerId="LiveId" clId="{B0B02B63-A9B0-406B-B676-65AE3B19ACD7}" dt="2025-11-13T10:16:40.908" v="4795" actId="20577"/>
          <ac:spMkLst>
            <pc:docMk/>
            <pc:sldMk cId="1519435805" sldId="258"/>
            <ac:spMk id="3" creationId="{FC130659-C091-4767-3E05-A4260702DEF7}"/>
          </ac:spMkLst>
        </pc:spChg>
      </pc:sldChg>
      <pc:sldChg chg="addSp modSp add mod">
        <pc:chgData name="Priya Shrestha" userId="af9c459405d6d171" providerId="LiveId" clId="{B0B02B63-A9B0-406B-B676-65AE3B19ACD7}" dt="2025-11-13T10:57:18.797" v="4904" actId="14100"/>
        <pc:sldMkLst>
          <pc:docMk/>
          <pc:sldMk cId="1003432247" sldId="259"/>
        </pc:sldMkLst>
        <pc:spChg chg="mod">
          <ac:chgData name="Priya Shrestha" userId="af9c459405d6d171" providerId="LiveId" clId="{B0B02B63-A9B0-406B-B676-65AE3B19ACD7}" dt="2025-11-09T09:59:35.588" v="1060" actId="1036"/>
          <ac:spMkLst>
            <pc:docMk/>
            <pc:sldMk cId="1003432247" sldId="259"/>
            <ac:spMk id="2" creationId="{9174AAFE-45B7-E1EA-7BC3-E76021B5CADF}"/>
          </ac:spMkLst>
        </pc:spChg>
        <pc:spChg chg="mod">
          <ac:chgData name="Priya Shrestha" userId="af9c459405d6d171" providerId="LiveId" clId="{B0B02B63-A9B0-406B-B676-65AE3B19ACD7}" dt="2025-11-13T10:55:20.130" v="4860" actId="5793"/>
          <ac:spMkLst>
            <pc:docMk/>
            <pc:sldMk cId="1003432247" sldId="259"/>
            <ac:spMk id="3" creationId="{73B86485-2245-1490-0E0A-D89ED6A21AEB}"/>
          </ac:spMkLst>
        </pc:spChg>
        <pc:spChg chg="add mod">
          <ac:chgData name="Priya Shrestha" userId="af9c459405d6d171" providerId="LiveId" clId="{B0B02B63-A9B0-406B-B676-65AE3B19ACD7}" dt="2025-11-13T10:57:18.797" v="4904" actId="14100"/>
          <ac:spMkLst>
            <pc:docMk/>
            <pc:sldMk cId="1003432247" sldId="259"/>
            <ac:spMk id="5" creationId="{A02DCD57-2F53-8F6C-8F27-82C4AC20AA9C}"/>
          </ac:spMkLst>
        </pc:spChg>
        <pc:picChg chg="mod">
          <ac:chgData name="Priya Shrestha" userId="af9c459405d6d171" providerId="LiveId" clId="{B0B02B63-A9B0-406B-B676-65AE3B19ACD7}" dt="2025-11-13T10:23:02.616" v="4857" actId="1076"/>
          <ac:picMkLst>
            <pc:docMk/>
            <pc:sldMk cId="1003432247" sldId="259"/>
            <ac:picMk id="7" creationId="{5FE84633-49A1-2B66-5189-02D3A945014F}"/>
          </ac:picMkLst>
        </pc:picChg>
      </pc:sldChg>
      <pc:sldChg chg="delSp modSp add mod">
        <pc:chgData name="Priya Shrestha" userId="af9c459405d6d171" providerId="LiveId" clId="{B0B02B63-A9B0-406B-B676-65AE3B19ACD7}" dt="2025-11-09T10:08:31.452" v="1146" actId="255"/>
        <pc:sldMkLst>
          <pc:docMk/>
          <pc:sldMk cId="1519180837" sldId="260"/>
        </pc:sldMkLst>
        <pc:spChg chg="mod">
          <ac:chgData name="Priya Shrestha" userId="af9c459405d6d171" providerId="LiveId" clId="{B0B02B63-A9B0-406B-B676-65AE3B19ACD7}" dt="2025-11-09T10:08:31.452" v="1146" actId="255"/>
          <ac:spMkLst>
            <pc:docMk/>
            <pc:sldMk cId="1519180837" sldId="260"/>
            <ac:spMk id="2" creationId="{71FDB2A6-7784-9723-D64A-0610BF8561AE}"/>
          </ac:spMkLst>
        </pc:spChg>
        <pc:spChg chg="mod">
          <ac:chgData name="Priya Shrestha" userId="af9c459405d6d171" providerId="LiveId" clId="{B0B02B63-A9B0-406B-B676-65AE3B19ACD7}" dt="2025-11-09T10:04:48.596" v="1135" actId="14100"/>
          <ac:spMkLst>
            <pc:docMk/>
            <pc:sldMk cId="1519180837" sldId="260"/>
            <ac:spMk id="3" creationId="{8B7877E7-F3B8-0883-216D-7C21588EFDEE}"/>
          </ac:spMkLst>
        </pc:spChg>
      </pc:sldChg>
      <pc:sldChg chg="modSp add mod">
        <pc:chgData name="Priya Shrestha" userId="af9c459405d6d171" providerId="LiveId" clId="{B0B02B63-A9B0-406B-B676-65AE3B19ACD7}" dt="2025-11-10T10:06:28.048" v="1196" actId="2711"/>
        <pc:sldMkLst>
          <pc:docMk/>
          <pc:sldMk cId="1353923307" sldId="261"/>
        </pc:sldMkLst>
        <pc:spChg chg="mod">
          <ac:chgData name="Priya Shrestha" userId="af9c459405d6d171" providerId="LiveId" clId="{B0B02B63-A9B0-406B-B676-65AE3B19ACD7}" dt="2025-11-09T10:08:25.098" v="1145" actId="255"/>
          <ac:spMkLst>
            <pc:docMk/>
            <pc:sldMk cId="1353923307" sldId="261"/>
            <ac:spMk id="2" creationId="{CB00356A-FBC0-A791-FBD2-2C3E6D7FED1D}"/>
          </ac:spMkLst>
        </pc:spChg>
        <pc:spChg chg="mod">
          <ac:chgData name="Priya Shrestha" userId="af9c459405d6d171" providerId="LiveId" clId="{B0B02B63-A9B0-406B-B676-65AE3B19ACD7}" dt="2025-11-10T10:06:28.048" v="1196" actId="2711"/>
          <ac:spMkLst>
            <pc:docMk/>
            <pc:sldMk cId="1353923307" sldId="261"/>
            <ac:spMk id="3" creationId="{FC6F1234-0A49-FA8C-245D-B39DC64AEA32}"/>
          </ac:spMkLst>
        </pc:spChg>
      </pc:sldChg>
      <pc:sldChg chg="modSp add mod">
        <pc:chgData name="Priya Shrestha" userId="af9c459405d6d171" providerId="LiveId" clId="{B0B02B63-A9B0-406B-B676-65AE3B19ACD7}" dt="2025-11-13T18:14:12.739" v="5309" actId="20577"/>
        <pc:sldMkLst>
          <pc:docMk/>
          <pc:sldMk cId="973177757" sldId="262"/>
        </pc:sldMkLst>
        <pc:spChg chg="mod">
          <ac:chgData name="Priya Shrestha" userId="af9c459405d6d171" providerId="LiveId" clId="{B0B02B63-A9B0-406B-B676-65AE3B19ACD7}" dt="2025-11-10T10:10:09.306" v="1223" actId="20577"/>
          <ac:spMkLst>
            <pc:docMk/>
            <pc:sldMk cId="973177757" sldId="262"/>
            <ac:spMk id="2" creationId="{E2224429-E173-8E76-6D3C-1CF31E7A78F8}"/>
          </ac:spMkLst>
        </pc:spChg>
        <pc:spChg chg="mod">
          <ac:chgData name="Priya Shrestha" userId="af9c459405d6d171" providerId="LiveId" clId="{B0B02B63-A9B0-406B-B676-65AE3B19ACD7}" dt="2025-11-13T18:14:12.739" v="5309" actId="20577"/>
          <ac:spMkLst>
            <pc:docMk/>
            <pc:sldMk cId="973177757" sldId="262"/>
            <ac:spMk id="3" creationId="{7256D2E2-8F7C-0856-5066-93FA12C0B25E}"/>
          </ac:spMkLst>
        </pc:spChg>
      </pc:sldChg>
      <pc:sldChg chg="addSp modSp add mod">
        <pc:chgData name="Priya Shrestha" userId="af9c459405d6d171" providerId="LiveId" clId="{B0B02B63-A9B0-406B-B676-65AE3B19ACD7}" dt="2025-11-10T10:43:32.913" v="1556" actId="14100"/>
        <pc:sldMkLst>
          <pc:docMk/>
          <pc:sldMk cId="444613795" sldId="263"/>
        </pc:sldMkLst>
        <pc:spChg chg="mod">
          <ac:chgData name="Priya Shrestha" userId="af9c459405d6d171" providerId="LiveId" clId="{B0B02B63-A9B0-406B-B676-65AE3B19ACD7}" dt="2025-11-10T10:43:21.552" v="1554" actId="1076"/>
          <ac:spMkLst>
            <pc:docMk/>
            <pc:sldMk cId="444613795" sldId="263"/>
            <ac:spMk id="2" creationId="{656FE4EF-F898-20EB-CD67-6CEF90F190C6}"/>
          </ac:spMkLst>
        </pc:spChg>
        <pc:spChg chg="mod">
          <ac:chgData name="Priya Shrestha" userId="af9c459405d6d171" providerId="LiveId" clId="{B0B02B63-A9B0-406B-B676-65AE3B19ACD7}" dt="2025-11-10T10:42:07.201" v="1469"/>
          <ac:spMkLst>
            <pc:docMk/>
            <pc:sldMk cId="444613795" sldId="263"/>
            <ac:spMk id="3" creationId="{6566A1C2-B962-2BC3-97A1-0F819B345B41}"/>
          </ac:spMkLst>
        </pc:spChg>
        <pc:spChg chg="add mod">
          <ac:chgData name="Priya Shrestha" userId="af9c459405d6d171" providerId="LiveId" clId="{B0B02B63-A9B0-406B-B676-65AE3B19ACD7}" dt="2025-11-10T10:42:58.748" v="1553" actId="20577"/>
          <ac:spMkLst>
            <pc:docMk/>
            <pc:sldMk cId="444613795" sldId="263"/>
            <ac:spMk id="6" creationId="{330AA6EE-02B5-7D58-43DD-8DB4C64CDC45}"/>
          </ac:spMkLst>
        </pc:spChg>
        <pc:picChg chg="add mod">
          <ac:chgData name="Priya Shrestha" userId="af9c459405d6d171" providerId="LiveId" clId="{B0B02B63-A9B0-406B-B676-65AE3B19ACD7}" dt="2025-11-10T10:43:32.913" v="1556" actId="14100"/>
          <ac:picMkLst>
            <pc:docMk/>
            <pc:sldMk cId="444613795" sldId="263"/>
            <ac:picMk id="4" creationId="{FE7589DE-EFB0-9F38-3E1D-24EE5C5810CC}"/>
          </ac:picMkLst>
        </pc:picChg>
      </pc:sldChg>
      <pc:sldChg chg="delSp modSp add mod modNotesTx">
        <pc:chgData name="Priya Shrestha" userId="af9c459405d6d171" providerId="LiveId" clId="{B0B02B63-A9B0-406B-B676-65AE3B19ACD7}" dt="2025-11-14T00:23:22.421" v="5336" actId="20577"/>
        <pc:sldMkLst>
          <pc:docMk/>
          <pc:sldMk cId="633605073" sldId="264"/>
        </pc:sldMkLst>
        <pc:spChg chg="mod">
          <ac:chgData name="Priya Shrestha" userId="af9c459405d6d171" providerId="LiveId" clId="{B0B02B63-A9B0-406B-B676-65AE3B19ACD7}" dt="2025-11-10T10:47:15.807" v="1561" actId="2711"/>
          <ac:spMkLst>
            <pc:docMk/>
            <pc:sldMk cId="633605073" sldId="264"/>
            <ac:spMk id="2" creationId="{07C719D9-484A-3BAD-8BBD-83668B286917}"/>
          </ac:spMkLst>
        </pc:spChg>
        <pc:spChg chg="mod">
          <ac:chgData name="Priya Shrestha" userId="af9c459405d6d171" providerId="LiveId" clId="{B0B02B63-A9B0-406B-B676-65AE3B19ACD7}" dt="2025-11-14T00:23:18.441" v="5335" actId="20577"/>
          <ac:spMkLst>
            <pc:docMk/>
            <pc:sldMk cId="633605073" sldId="264"/>
            <ac:spMk id="3" creationId="{A9113109-D388-AC97-BAEB-E46D1650C8BB}"/>
          </ac:spMkLst>
        </pc:spChg>
        <pc:spChg chg="mod">
          <ac:chgData name="Priya Shrestha" userId="af9c459405d6d171" providerId="LiveId" clId="{B0B02B63-A9B0-406B-B676-65AE3B19ACD7}" dt="2025-11-14T00:23:15.836" v="5334" actId="20577"/>
          <ac:spMkLst>
            <pc:docMk/>
            <pc:sldMk cId="633605073" sldId="264"/>
            <ac:spMk id="6" creationId="{1C97C04E-0751-21B8-1F7E-22F84942B465}"/>
          </ac:spMkLst>
        </pc:spChg>
      </pc:sldChg>
      <pc:sldChg chg="addSp delSp modSp add mod">
        <pc:chgData name="Priya Shrestha" userId="af9c459405d6d171" providerId="LiveId" clId="{B0B02B63-A9B0-406B-B676-65AE3B19ACD7}" dt="2025-11-10T17:50:08.423" v="2690" actId="123"/>
        <pc:sldMkLst>
          <pc:docMk/>
          <pc:sldMk cId="900223910" sldId="265"/>
        </pc:sldMkLst>
        <pc:spChg chg="mod">
          <ac:chgData name="Priya Shrestha" userId="af9c459405d6d171" providerId="LiveId" clId="{B0B02B63-A9B0-406B-B676-65AE3B19ACD7}" dt="2025-11-10T10:50:42.895" v="1573" actId="2711"/>
          <ac:spMkLst>
            <pc:docMk/>
            <pc:sldMk cId="900223910" sldId="265"/>
            <ac:spMk id="2" creationId="{E870B114-4509-A053-A5BA-40BC7010321A}"/>
          </ac:spMkLst>
        </pc:spChg>
        <pc:spChg chg="add mod">
          <ac:chgData name="Priya Shrestha" userId="af9c459405d6d171" providerId="LiveId" clId="{B0B02B63-A9B0-406B-B676-65AE3B19ACD7}" dt="2025-11-10T17:50:08.423" v="2690" actId="123"/>
          <ac:spMkLst>
            <pc:docMk/>
            <pc:sldMk cId="900223910" sldId="265"/>
            <ac:spMk id="5" creationId="{E6D53847-876C-2DE3-3897-37A0B9953000}"/>
          </ac:spMkLst>
        </pc:spChg>
      </pc:sldChg>
      <pc:sldChg chg="addSp delSp modSp new mod ord">
        <pc:chgData name="Priya Shrestha" userId="af9c459405d6d171" providerId="LiveId" clId="{B0B02B63-A9B0-406B-B676-65AE3B19ACD7}" dt="2025-11-14T01:15:42.118" v="5339" actId="2710"/>
        <pc:sldMkLst>
          <pc:docMk/>
          <pc:sldMk cId="4176111244" sldId="266"/>
        </pc:sldMkLst>
        <pc:spChg chg="add mod">
          <ac:chgData name="Priya Shrestha" userId="af9c459405d6d171" providerId="LiveId" clId="{B0B02B63-A9B0-406B-B676-65AE3B19ACD7}" dt="2025-11-14T01:15:42.118" v="5339" actId="2710"/>
          <ac:spMkLst>
            <pc:docMk/>
            <pc:sldMk cId="4176111244" sldId="266"/>
            <ac:spMk id="5" creationId="{E1C0A023-0008-6E96-644A-096EE7533768}"/>
          </ac:spMkLst>
        </pc:spChg>
        <pc:spChg chg="add mod">
          <ac:chgData name="Priya Shrestha" userId="af9c459405d6d171" providerId="LiveId" clId="{B0B02B63-A9B0-406B-B676-65AE3B19ACD7}" dt="2025-11-10T13:32:39.351" v="2280" actId="1038"/>
          <ac:spMkLst>
            <pc:docMk/>
            <pc:sldMk cId="4176111244" sldId="266"/>
            <ac:spMk id="10" creationId="{8D93D5E9-499B-5045-F41F-770740B60787}"/>
          </ac:spMkLst>
        </pc:spChg>
      </pc:sldChg>
      <pc:sldChg chg="modSp add mod">
        <pc:chgData name="Priya Shrestha" userId="af9c459405d6d171" providerId="LiveId" clId="{B0B02B63-A9B0-406B-B676-65AE3B19ACD7}" dt="2025-11-10T11:10:16.686" v="1771" actId="1076"/>
        <pc:sldMkLst>
          <pc:docMk/>
          <pc:sldMk cId="3681940828" sldId="267"/>
        </pc:sldMkLst>
        <pc:spChg chg="mod">
          <ac:chgData name="Priya Shrestha" userId="af9c459405d6d171" providerId="LiveId" clId="{B0B02B63-A9B0-406B-B676-65AE3B19ACD7}" dt="2025-11-10T11:10:16.686" v="1771" actId="1076"/>
          <ac:spMkLst>
            <pc:docMk/>
            <pc:sldMk cId="3681940828" sldId="267"/>
            <ac:spMk id="5" creationId="{FB518478-6E7A-8F4D-6F96-D229EED7494C}"/>
          </ac:spMkLst>
        </pc:spChg>
      </pc:sldChg>
      <pc:sldChg chg="modSp add mod">
        <pc:chgData name="Priya Shrestha" userId="af9c459405d6d171" providerId="LiveId" clId="{B0B02B63-A9B0-406B-B676-65AE3B19ACD7}" dt="2025-11-10T11:11:27.900" v="1792" actId="20577"/>
        <pc:sldMkLst>
          <pc:docMk/>
          <pc:sldMk cId="684533063" sldId="268"/>
        </pc:sldMkLst>
        <pc:spChg chg="mod">
          <ac:chgData name="Priya Shrestha" userId="af9c459405d6d171" providerId="LiveId" clId="{B0B02B63-A9B0-406B-B676-65AE3B19ACD7}" dt="2025-11-10T11:11:27.900" v="1792" actId="20577"/>
          <ac:spMkLst>
            <pc:docMk/>
            <pc:sldMk cId="684533063" sldId="268"/>
            <ac:spMk id="5" creationId="{E73C94EF-1CCA-E6CD-EB3B-CFA702380A37}"/>
          </ac:spMkLst>
        </pc:spChg>
      </pc:sldChg>
      <pc:sldChg chg="addSp modSp add mod">
        <pc:chgData name="Priya Shrestha" userId="af9c459405d6d171" providerId="LiveId" clId="{B0B02B63-A9B0-406B-B676-65AE3B19ACD7}" dt="2025-11-13T18:06:30.270" v="5307" actId="1076"/>
        <pc:sldMkLst>
          <pc:docMk/>
          <pc:sldMk cId="2424145563" sldId="269"/>
        </pc:sldMkLst>
        <pc:spChg chg="mod">
          <ac:chgData name="Priya Shrestha" userId="af9c459405d6d171" providerId="LiveId" clId="{B0B02B63-A9B0-406B-B676-65AE3B19ACD7}" dt="2025-11-13T18:06:11.940" v="5304" actId="1076"/>
          <ac:spMkLst>
            <pc:docMk/>
            <pc:sldMk cId="2424145563" sldId="269"/>
            <ac:spMk id="5" creationId="{D2457A55-3BD7-526D-6ABD-1B227A254B5F}"/>
          </ac:spMkLst>
        </pc:spChg>
        <pc:picChg chg="add mod">
          <ac:chgData name="Priya Shrestha" userId="af9c459405d6d171" providerId="LiveId" clId="{B0B02B63-A9B0-406B-B676-65AE3B19ACD7}" dt="2025-11-13T18:05:17.948" v="5294"/>
          <ac:picMkLst>
            <pc:docMk/>
            <pc:sldMk cId="2424145563" sldId="269"/>
            <ac:picMk id="2" creationId="{4B21E8CA-A81D-46BF-9A9C-12C7961AC4CE}"/>
          </ac:picMkLst>
        </pc:picChg>
        <pc:picChg chg="add mod">
          <ac:chgData name="Priya Shrestha" userId="af9c459405d6d171" providerId="LiveId" clId="{B0B02B63-A9B0-406B-B676-65AE3B19ACD7}" dt="2025-11-13T18:06:12.398" v="5305" actId="1076"/>
          <ac:picMkLst>
            <pc:docMk/>
            <pc:sldMk cId="2424145563" sldId="269"/>
            <ac:picMk id="3" creationId="{96F505D7-A2AB-04F7-D576-2CD032A0BB0A}"/>
          </ac:picMkLst>
        </pc:picChg>
        <pc:picChg chg="add mod">
          <ac:chgData name="Priya Shrestha" userId="af9c459405d6d171" providerId="LiveId" clId="{B0B02B63-A9B0-406B-B676-65AE3B19ACD7}" dt="2025-11-13T18:06:30.270" v="5307" actId="1076"/>
          <ac:picMkLst>
            <pc:docMk/>
            <pc:sldMk cId="2424145563" sldId="269"/>
            <ac:picMk id="4" creationId="{6CD83C62-4887-4493-7D7C-0E43A3FBFDC1}"/>
          </ac:picMkLst>
        </pc:picChg>
      </pc:sldChg>
      <pc:sldChg chg="addSp modSp new mod">
        <pc:chgData name="Priya Shrestha" userId="af9c459405d6d171" providerId="LiveId" clId="{B0B02B63-A9B0-406B-B676-65AE3B19ACD7}" dt="2025-11-10T13:32:23.196" v="2278" actId="1076"/>
        <pc:sldMkLst>
          <pc:docMk/>
          <pc:sldMk cId="1945808503" sldId="270"/>
        </pc:sldMkLst>
        <pc:spChg chg="add mod">
          <ac:chgData name="Priya Shrestha" userId="af9c459405d6d171" providerId="LiveId" clId="{B0B02B63-A9B0-406B-B676-65AE3B19ACD7}" dt="2025-11-10T13:32:23.196" v="2278" actId="1076"/>
          <ac:spMkLst>
            <pc:docMk/>
            <pc:sldMk cId="1945808503" sldId="270"/>
            <ac:spMk id="3" creationId="{A2A83D56-70BE-14C7-E9DD-7A75E6A425E0}"/>
          </ac:spMkLst>
        </pc:spChg>
        <pc:spChg chg="add mod">
          <ac:chgData name="Priya Shrestha" userId="af9c459405d6d171" providerId="LiveId" clId="{B0B02B63-A9B0-406B-B676-65AE3B19ACD7}" dt="2025-11-10T11:17:31.239" v="1837" actId="113"/>
          <ac:spMkLst>
            <pc:docMk/>
            <pc:sldMk cId="1945808503" sldId="270"/>
            <ac:spMk id="5" creationId="{3809C6BE-9A5C-9872-379A-B5DB17A8FEA8}"/>
          </ac:spMkLst>
        </pc:spChg>
      </pc:sldChg>
      <pc:sldChg chg="addSp delSp modSp add mod">
        <pc:chgData name="Priya Shrestha" userId="af9c459405d6d171" providerId="LiveId" clId="{B0B02B63-A9B0-406B-B676-65AE3B19ACD7}" dt="2025-11-10T17:55:51.568" v="2752" actId="1076"/>
        <pc:sldMkLst>
          <pc:docMk/>
          <pc:sldMk cId="551466044" sldId="271"/>
        </pc:sldMkLst>
        <pc:spChg chg="mod">
          <ac:chgData name="Priya Shrestha" userId="af9c459405d6d171" providerId="LiveId" clId="{B0B02B63-A9B0-406B-B676-65AE3B19ACD7}" dt="2025-11-10T17:51:35.354" v="2698" actId="20577"/>
          <ac:spMkLst>
            <pc:docMk/>
            <pc:sldMk cId="551466044" sldId="271"/>
            <ac:spMk id="2" creationId="{469FA46B-C312-FA68-89A5-0CD127C39C34}"/>
          </ac:spMkLst>
        </pc:spChg>
        <pc:spChg chg="add mod">
          <ac:chgData name="Priya Shrestha" userId="af9c459405d6d171" providerId="LiveId" clId="{B0B02B63-A9B0-406B-B676-65AE3B19ACD7}" dt="2025-11-10T17:55:10.596" v="2735" actId="14100"/>
          <ac:spMkLst>
            <pc:docMk/>
            <pc:sldMk cId="551466044" sldId="271"/>
            <ac:spMk id="8" creationId="{B44042C1-A4C8-34D9-352F-3217333400D9}"/>
          </ac:spMkLst>
        </pc:spChg>
        <pc:spChg chg="add del mod">
          <ac:chgData name="Priya Shrestha" userId="af9c459405d6d171" providerId="LiveId" clId="{B0B02B63-A9B0-406B-B676-65AE3B19ACD7}" dt="2025-11-10T17:55:51.568" v="2752" actId="1076"/>
          <ac:spMkLst>
            <pc:docMk/>
            <pc:sldMk cId="551466044" sldId="271"/>
            <ac:spMk id="10" creationId="{7E1A7DA7-AFF2-24AD-5733-E98D4559E945}"/>
          </ac:spMkLst>
        </pc:spChg>
        <pc:picChg chg="add mod">
          <ac:chgData name="Priya Shrestha" userId="af9c459405d6d171" providerId="LiveId" clId="{B0B02B63-A9B0-406B-B676-65AE3B19ACD7}" dt="2025-11-10T17:53:16.849" v="2709" actId="14100"/>
          <ac:picMkLst>
            <pc:docMk/>
            <pc:sldMk cId="551466044" sldId="271"/>
            <ac:picMk id="4" creationId="{7BD70AE2-D8E8-F9AF-5B42-24A064DFF347}"/>
          </ac:picMkLst>
        </pc:picChg>
        <pc:picChg chg="add mod">
          <ac:chgData name="Priya Shrestha" userId="af9c459405d6d171" providerId="LiveId" clId="{B0B02B63-A9B0-406B-B676-65AE3B19ACD7}" dt="2025-11-10T17:53:19.982" v="2710" actId="14100"/>
          <ac:picMkLst>
            <pc:docMk/>
            <pc:sldMk cId="551466044" sldId="271"/>
            <ac:picMk id="6" creationId="{2AD8A355-9292-3FD9-7106-DD079ADF5358}"/>
          </ac:picMkLst>
        </pc:picChg>
      </pc:sldChg>
      <pc:sldChg chg="addSp delSp modSp add mod">
        <pc:chgData name="Priya Shrestha" userId="af9c459405d6d171" providerId="LiveId" clId="{B0B02B63-A9B0-406B-B676-65AE3B19ACD7}" dt="2025-11-14T01:03:21.180" v="5338" actId="1036"/>
        <pc:sldMkLst>
          <pc:docMk/>
          <pc:sldMk cId="1842265276" sldId="272"/>
        </pc:sldMkLst>
        <pc:spChg chg="add mod">
          <ac:chgData name="Priya Shrestha" userId="af9c459405d6d171" providerId="LiveId" clId="{B0B02B63-A9B0-406B-B676-65AE3B19ACD7}" dt="2025-11-10T18:11:58.021" v="2999" actId="20577"/>
          <ac:spMkLst>
            <pc:docMk/>
            <pc:sldMk cId="1842265276" sldId="272"/>
            <ac:spMk id="14" creationId="{F1CD46ED-002D-B4F8-F369-40AAB152C7E9}"/>
          </ac:spMkLst>
        </pc:spChg>
        <pc:graphicFrameChg chg="add mod modGraphic">
          <ac:chgData name="Priya Shrestha" userId="af9c459405d6d171" providerId="LiveId" clId="{B0B02B63-A9B0-406B-B676-65AE3B19ACD7}" dt="2025-11-14T01:03:21.180" v="5338" actId="1036"/>
          <ac:graphicFrameMkLst>
            <pc:docMk/>
            <pc:sldMk cId="1842265276" sldId="272"/>
            <ac:graphicFrameMk id="12" creationId="{A57BAEC9-603C-883F-A66B-28AC287B3588}"/>
          </ac:graphicFrameMkLst>
        </pc:graphicFrameChg>
      </pc:sldChg>
      <pc:sldChg chg="addSp modSp add mod">
        <pc:chgData name="Priya Shrestha" userId="af9c459405d6d171" providerId="LiveId" clId="{B0B02B63-A9B0-406B-B676-65AE3B19ACD7}" dt="2025-11-13T15:24:19.460" v="4921" actId="1076"/>
        <pc:sldMkLst>
          <pc:docMk/>
          <pc:sldMk cId="1525367075" sldId="273"/>
        </pc:sldMkLst>
        <pc:spChg chg="mod">
          <ac:chgData name="Priya Shrestha" userId="af9c459405d6d171" providerId="LiveId" clId="{B0B02B63-A9B0-406B-B676-65AE3B19ACD7}" dt="2025-11-11T04:09:23.581" v="3942" actId="255"/>
          <ac:spMkLst>
            <pc:docMk/>
            <pc:sldMk cId="1525367075" sldId="273"/>
            <ac:spMk id="2" creationId="{8020F70F-DA2D-9C37-C628-395C1D5B8BB3}"/>
          </ac:spMkLst>
        </pc:spChg>
        <pc:spChg chg="mod">
          <ac:chgData name="Priya Shrestha" userId="af9c459405d6d171" providerId="LiveId" clId="{B0B02B63-A9B0-406B-B676-65AE3B19ACD7}" dt="2025-11-13T15:24:19.460" v="4921" actId="1076"/>
          <ac:spMkLst>
            <pc:docMk/>
            <pc:sldMk cId="1525367075" sldId="273"/>
            <ac:spMk id="3" creationId="{B9D155DF-206A-7820-5AF3-0044A9390F7B}"/>
          </ac:spMkLst>
        </pc:spChg>
        <pc:spChg chg="mod">
          <ac:chgData name="Priya Shrestha" userId="af9c459405d6d171" providerId="LiveId" clId="{B0B02B63-A9B0-406B-B676-65AE3B19ACD7}" dt="2025-11-13T15:01:02.586" v="4919" actId="20577"/>
          <ac:spMkLst>
            <pc:docMk/>
            <pc:sldMk cId="1525367075" sldId="273"/>
            <ac:spMk id="6" creationId="{CC12451C-AF2B-AEA2-01C8-ADFDA63C371E}"/>
          </ac:spMkLst>
        </pc:spChg>
        <pc:picChg chg="add mod">
          <ac:chgData name="Priya Shrestha" userId="af9c459405d6d171" providerId="LiveId" clId="{B0B02B63-A9B0-406B-B676-65AE3B19ACD7}" dt="2025-11-13T14:54:49.846" v="4914" actId="14100"/>
          <ac:picMkLst>
            <pc:docMk/>
            <pc:sldMk cId="1525367075" sldId="273"/>
            <ac:picMk id="5" creationId="{62D06F1F-626B-B322-AF1B-C16E5BF04B7D}"/>
          </ac:picMkLst>
        </pc:picChg>
      </pc:sldChg>
      <pc:sldChg chg="addSp delSp modSp add mod">
        <pc:chgData name="Priya Shrestha" userId="af9c459405d6d171" providerId="LiveId" clId="{B0B02B63-A9B0-406B-B676-65AE3B19ACD7}" dt="2025-11-14T04:07:17.406" v="5345" actId="1076"/>
        <pc:sldMkLst>
          <pc:docMk/>
          <pc:sldMk cId="3035004283" sldId="274"/>
        </pc:sldMkLst>
        <pc:spChg chg="mod">
          <ac:chgData name="Priya Shrestha" userId="af9c459405d6d171" providerId="LiveId" clId="{B0B02B63-A9B0-406B-B676-65AE3B19ACD7}" dt="2025-11-10T18:52:16.870" v="3637" actId="20577"/>
          <ac:spMkLst>
            <pc:docMk/>
            <pc:sldMk cId="3035004283" sldId="274"/>
            <ac:spMk id="2" creationId="{AAE576CE-2549-0E1B-3126-0C77C4F9A6C9}"/>
          </ac:spMkLst>
        </pc:spChg>
        <pc:spChg chg="mod">
          <ac:chgData name="Priya Shrestha" userId="af9c459405d6d171" providerId="LiveId" clId="{B0B02B63-A9B0-406B-B676-65AE3B19ACD7}" dt="2025-11-13T17:39:40.179" v="5208"/>
          <ac:spMkLst>
            <pc:docMk/>
            <pc:sldMk cId="3035004283" sldId="274"/>
            <ac:spMk id="3" creationId="{6006A86C-56DE-5583-76CB-556B49CC4417}"/>
          </ac:spMkLst>
        </pc:spChg>
        <pc:spChg chg="add mod">
          <ac:chgData name="Priya Shrestha" userId="af9c459405d6d171" providerId="LiveId" clId="{B0B02B63-A9B0-406B-B676-65AE3B19ACD7}" dt="2025-11-14T04:07:17.406" v="5345" actId="1076"/>
          <ac:spMkLst>
            <pc:docMk/>
            <pc:sldMk cId="3035004283" sldId="274"/>
            <ac:spMk id="5" creationId="{E2987B75-2F8D-A2FC-FFD1-7CDD68B038E6}"/>
          </ac:spMkLst>
        </pc:spChg>
        <pc:spChg chg="mod">
          <ac:chgData name="Priya Shrestha" userId="af9c459405d6d171" providerId="LiveId" clId="{B0B02B63-A9B0-406B-B676-65AE3B19ACD7}" dt="2025-11-13T17:38:29.460" v="5204" actId="20577"/>
          <ac:spMkLst>
            <pc:docMk/>
            <pc:sldMk cId="3035004283" sldId="274"/>
            <ac:spMk id="6" creationId="{B1D6D80A-63F3-4807-E69C-6DCDDABC0B82}"/>
          </ac:spMkLst>
        </pc:spChg>
        <pc:spChg chg="add mod">
          <ac:chgData name="Priya Shrestha" userId="af9c459405d6d171" providerId="LiveId" clId="{B0B02B63-A9B0-406B-B676-65AE3B19ACD7}" dt="2025-11-13T17:41:36.012" v="5267" actId="20577"/>
          <ac:spMkLst>
            <pc:docMk/>
            <pc:sldMk cId="3035004283" sldId="274"/>
            <ac:spMk id="8" creationId="{1A41311A-F21C-C318-0E45-E1B5C6F4F1F0}"/>
          </ac:spMkLst>
        </pc:spChg>
        <pc:spChg chg="add mod">
          <ac:chgData name="Priya Shrestha" userId="af9c459405d6d171" providerId="LiveId" clId="{B0B02B63-A9B0-406B-B676-65AE3B19ACD7}" dt="2025-11-14T04:07:05.995" v="5343" actId="5793"/>
          <ac:spMkLst>
            <pc:docMk/>
            <pc:sldMk cId="3035004283" sldId="274"/>
            <ac:spMk id="12" creationId="{903926F3-437A-21FD-9D8F-650405C19BE5}"/>
          </ac:spMkLst>
        </pc:spChg>
        <pc:picChg chg="add del mod">
          <ac:chgData name="Priya Shrestha" userId="af9c459405d6d171" providerId="LiveId" clId="{B0B02B63-A9B0-406B-B676-65AE3B19ACD7}" dt="2025-11-13T17:25:28.579" v="5175" actId="478"/>
          <ac:picMkLst>
            <pc:docMk/>
            <pc:sldMk cId="3035004283" sldId="274"/>
            <ac:picMk id="13" creationId="{ADE785FB-1A10-D44B-8D22-6064FFF61D87}"/>
          </ac:picMkLst>
        </pc:picChg>
      </pc:sldChg>
      <pc:sldChg chg="modSp add mod">
        <pc:chgData name="Priya Shrestha" userId="af9c459405d6d171" providerId="LiveId" clId="{B0B02B63-A9B0-406B-B676-65AE3B19ACD7}" dt="2025-11-13T16:00:53.977" v="5038" actId="20577"/>
        <pc:sldMkLst>
          <pc:docMk/>
          <pc:sldMk cId="3273800064" sldId="275"/>
        </pc:sldMkLst>
        <pc:spChg chg="mod">
          <ac:chgData name="Priya Shrestha" userId="af9c459405d6d171" providerId="LiveId" clId="{B0B02B63-A9B0-406B-B676-65AE3B19ACD7}" dt="2025-11-11T04:09:34.126" v="3944" actId="255"/>
          <ac:spMkLst>
            <pc:docMk/>
            <pc:sldMk cId="3273800064" sldId="275"/>
            <ac:spMk id="2" creationId="{C51C31BA-9627-9AFA-7ACF-FE18AEB1FC0E}"/>
          </ac:spMkLst>
        </pc:spChg>
        <pc:spChg chg="mod">
          <ac:chgData name="Priya Shrestha" userId="af9c459405d6d171" providerId="LiveId" clId="{B0B02B63-A9B0-406B-B676-65AE3B19ACD7}" dt="2025-11-13T16:00:53.977" v="5038" actId="20577"/>
          <ac:spMkLst>
            <pc:docMk/>
            <pc:sldMk cId="3273800064" sldId="275"/>
            <ac:spMk id="6" creationId="{B681B63E-2586-79E9-FB94-19F85A101B09}"/>
          </ac:spMkLst>
        </pc:spChg>
      </pc:sldChg>
      <pc:sldChg chg="new del">
        <pc:chgData name="Priya Shrestha" userId="af9c459405d6d171" providerId="LiveId" clId="{B0B02B63-A9B0-406B-B676-65AE3B19ACD7}" dt="2025-11-14T03:55:27.839" v="5341" actId="680"/>
        <pc:sldMkLst>
          <pc:docMk/>
          <pc:sldMk cId="10393383" sldId="276"/>
        </pc:sldMkLst>
      </pc:sldChg>
      <pc:sldChg chg="addSp delSp modSp add del mod">
        <pc:chgData name="Priya Shrestha" userId="af9c459405d6d171" providerId="LiveId" clId="{B0B02B63-A9B0-406B-B676-65AE3B19ACD7}" dt="2025-11-13T17:27:07.930" v="5189" actId="47"/>
        <pc:sldMkLst>
          <pc:docMk/>
          <pc:sldMk cId="2617006745" sldId="276"/>
        </pc:sldMkLst>
        <pc:spChg chg="add del mod">
          <ac:chgData name="Priya Shrestha" userId="af9c459405d6d171" providerId="LiveId" clId="{B0B02B63-A9B0-406B-B676-65AE3B19ACD7}" dt="2025-11-13T17:25:38.314" v="5178"/>
          <ac:spMkLst>
            <pc:docMk/>
            <pc:sldMk cId="2617006745" sldId="276"/>
            <ac:spMk id="11" creationId="{35386AA5-266C-C103-1351-33323A9941E6}"/>
          </ac:spMkLst>
        </pc:spChg>
        <pc:spChg chg="add mod">
          <ac:chgData name="Priya Shrestha" userId="af9c459405d6d171" providerId="LiveId" clId="{B0B02B63-A9B0-406B-B676-65AE3B19ACD7}" dt="2025-11-13T17:26:49.555" v="5186" actId="1076"/>
          <ac:spMkLst>
            <pc:docMk/>
            <pc:sldMk cId="2617006745" sldId="276"/>
            <ac:spMk id="15" creationId="{B963C882-0C14-E0C7-D752-9E6B37BFE114}"/>
          </ac:spMkLst>
        </pc:spChg>
        <pc:picChg chg="add del mod">
          <ac:chgData name="Priya Shrestha" userId="af9c459405d6d171" providerId="LiveId" clId="{B0B02B63-A9B0-406B-B676-65AE3B19ACD7}" dt="2025-11-13T17:26:49.851" v="5187" actId="478"/>
          <ac:picMkLst>
            <pc:docMk/>
            <pc:sldMk cId="2617006745" sldId="276"/>
            <ac:picMk id="13" creationId="{BE9BCA5D-5CA8-4F75-0CF2-57917A6E4083}"/>
          </ac:picMkLst>
        </pc:picChg>
      </pc:sldChg>
      <pc:sldChg chg="addSp delSp modSp add del mod">
        <pc:chgData name="Priya Shrestha" userId="af9c459405d6d171" providerId="LiveId" clId="{B0B02B63-A9B0-406B-B676-65AE3B19ACD7}" dt="2025-11-13T17:42:34.646" v="5290" actId="47"/>
        <pc:sldMkLst>
          <pc:docMk/>
          <pc:sldMk cId="105582594" sldId="277"/>
        </pc:sldMkLst>
        <pc:spChg chg="mod">
          <ac:chgData name="Priya Shrestha" userId="af9c459405d6d171" providerId="LiveId" clId="{B0B02B63-A9B0-406B-B676-65AE3B19ACD7}" dt="2025-11-13T17:33:23.930" v="5198" actId="20577"/>
          <ac:spMkLst>
            <pc:docMk/>
            <pc:sldMk cId="105582594" sldId="277"/>
            <ac:spMk id="2" creationId="{3701DE38-677D-EFD9-81AE-C27DE7DC15F0}"/>
          </ac:spMkLst>
        </pc:spChg>
        <pc:spChg chg="mod">
          <ac:chgData name="Priya Shrestha" userId="af9c459405d6d171" providerId="LiveId" clId="{B0B02B63-A9B0-406B-B676-65AE3B19ACD7}" dt="2025-11-13T17:27:20.565" v="5190" actId="20577"/>
          <ac:spMkLst>
            <pc:docMk/>
            <pc:sldMk cId="105582594" sldId="277"/>
            <ac:spMk id="11" creationId="{04BAB791-E8BD-62F1-C33B-6391FBAA5C50}"/>
          </ac:spMkLst>
        </pc:spChg>
      </pc:sldChg>
    </pc:docChg>
  </pc:docChgLst>
</pc:chgInfo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F15CD697-A57D-4C51-AE95-FF344EC1C6C8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97C7C69-C91B-43CD-98BB-B80A3971C9F3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22905399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5"/>
          </p:nvPr>
        </p:nvSpPr>
        <p:spPr/>
        <p:txBody>
          <a:bodyPr/>
          <a:lstStyle/>
          <a:p>
            <a:fld id="{E97C7C69-C91B-43CD-98BB-B80A3971C9F3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57795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7A762F1-1BFB-892E-E375-CF55332C42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DB00C63-3948-CB5F-DBD4-9C7A0C26046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68699707-0848-7705-2332-DC7270E2E0E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D2AD273F-4C4F-B1CC-0E26-F8483CA78B8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FF16DFE-0B25-8D4C-CF2A-9B056A7FC0E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97057058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BA125C23-628E-6BF1-E491-CF9866FCF836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EAB023E8-179D-D424-00CA-E1B1B26434D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CBE19472-A9FF-B48F-B468-46C755BED3A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EE8DD64F-060C-D53B-E9B0-E647328E42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195D505-BCA3-90D2-423E-2CCF8C540EB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16798010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D67F02DD-9C15-2389-E5E9-55E1F4D935D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1E0A1739-954B-7482-4BE6-522FC4BBC6F5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9D3627A-9FA3-3F14-25BC-603FC61184AD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95F5204-4F56-B3E6-69A4-B180516B65D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5578F38-A503-2E34-973C-AC014220C9D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90505301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8AEC73E-3471-7955-6E87-44604123661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C2844A65-BE9F-98A9-CE62-37304740B2CD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82A08E9E-B9E6-B86C-935D-6B653C660A8F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DACD171D-C1F2-0406-8A60-AEDAAE9A429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F050CFF7-B8CC-FC0C-27A6-DD733A868B4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3BA61B2-EF75-E3FD-9D6E-645741120C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99002021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38259C44-A9CA-3018-6518-F90FFC8841E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54D6C720-F59B-281E-7AC8-DC1A915408E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55009AA4-9513-FBD8-D7DB-D1F488FFE7E7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A057D180-A706-06DA-B191-806F7CFCF637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00601F1-7C96-CF3A-DF8E-FAB223744AFE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9A39E762-97D4-4E55-40E6-40775FBB3D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411FF5C0-BDCA-3E0C-B8E4-5ADEA98112C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C6C57E7C-434B-4170-2CB9-842DE7FE415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23489504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F7F4ABD-8D81-DD6B-60D3-1611275820B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B699F406-9B13-09C5-77CA-996D72534B8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9F2458B0-A126-D126-8440-77A8B33747D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9C0E836-A0E0-2C97-7151-1F1AE4E1851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0797292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DCA24FB8-8C77-88C0-12C0-2204F17A34CE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6E25AE39-67D3-192C-9855-BD7A1910E86A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DF113526-0CD0-8F3E-9305-BCCD39DBACC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34521889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1F6371FA-B5D9-1536-4F71-F82B320D2E22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3842DA54-0DF7-E883-D361-F81EFFB0B351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246C1C3-0016-E5E9-0DF3-374B7E5D2E4D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9EF2EC35-0CA1-F3C1-BBD1-46168BC1FD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6C21BD32-6A18-5FB4-04EA-BC7D77CE4A2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7996823A-DDAC-B058-5B22-964D1A7C71D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8256112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03C8856-2BC8-248D-09B3-0C0AC875C046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0ED52479-7734-52AD-9D96-49C9B3699CE2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67CF17BB-9A4F-5794-3229-21C9EBF31E93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A8BF54E1-4B36-57AA-6D98-04940ED00324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0047049-C712-2C53-1897-EFF627B4C60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852E936E-FE93-8805-D3CF-29682C6275FF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684802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A686804-E166-0CE5-5590-418C69C34CA2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AEA96C2F-2DB6-A2C5-A7CD-D7831125B6DC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59CB9D2-E09A-0DCF-5B2F-E06DEED3B0E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1084DA-2656-69B7-7882-987E77E7C221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08A89281-A7DE-F067-B2E9-73D57F7C31E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86333693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D2892A44-653C-6C31-A0AB-A13CBC62B57A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EF07257-F142-31F1-357D-0CB979053D6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457B2E60-8883-A433-17B7-14D9B1F4835F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A61CE0EE-133E-E6F6-E7A3-8812D43491E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26C8FF77-5A49-AC1B-3564-EDB050A6745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32276087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DA3CE7C4-25E0-64E7-7E5C-E5B5AD5F299D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BA2D3D72-421D-E8C2-02C8-ECE4A3578DF0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F83876B-7C52-BB4F-39C2-90A2E336977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023604C-F28B-431A-8403-FDCA8369E0C9}" type="datetimeFigureOut">
              <a:rPr lang="en-US" smtClean="0"/>
              <a:t>11/14/2025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8E9C5CB-66D9-F86A-23B1-8845370DAFAC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635885DC-97C9-ECE3-D87E-428B84319015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59C2A439-35BC-4A57-BF23-7CA3CF7FC88C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178788227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image" Target="../media/image4.png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png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9.png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1.png"/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3.svg"/><Relationship Id="rId2" Type="http://schemas.openxmlformats.org/officeDocument/2006/relationships/image" Target="../media/image12.png"/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8829D76-6EEC-A172-EF5C-8217F337CA4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161350" y="2682097"/>
            <a:ext cx="7452360" cy="746903"/>
          </a:xfrm>
        </p:spPr>
        <p:txBody>
          <a:bodyPr>
            <a:normAutofit fontScale="90000"/>
          </a:bodyPr>
          <a:lstStyle/>
          <a:p>
            <a:pPr>
              <a:lnSpc>
                <a:spcPct val="100000"/>
              </a:lnSpc>
            </a:pPr>
            <a:br>
              <a:rPr lang="en-US" dirty="0"/>
            </a:br>
            <a:r>
              <a:rPr lang="en-US" sz="3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   </a:t>
            </a: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Seminar On</a:t>
            </a:r>
            <a:br>
              <a:rPr lang="en-US" sz="27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br>
              <a:rPr lang="en-US" sz="1400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“Leveraging Recurrent Neural Network (RNN) and Long-short Term Memory (LSTM) for emoji prediction”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ED9B688-458E-87FF-F3AE-AFAACCD04203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2161350" y="5349969"/>
            <a:ext cx="2078736" cy="1317434"/>
          </a:xfrm>
        </p:spPr>
        <p:txBody>
          <a:bodyPr>
            <a:normAutofit/>
          </a:bodyPr>
          <a:lstStyle/>
          <a:p>
            <a:pPr algn="just">
              <a:lnSpc>
                <a:spcPct val="100000"/>
              </a:lnSpc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Presented by:</a:t>
            </a:r>
          </a:p>
          <a:p>
            <a:pPr algn="just">
              <a:lnSpc>
                <a:spcPct val="10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Priya Shrestha</a:t>
            </a:r>
          </a:p>
          <a:p>
            <a:pPr algn="just"/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Roll no: 24</a:t>
            </a:r>
          </a:p>
        </p:txBody>
      </p:sp>
      <p:pic>
        <p:nvPicPr>
          <p:cNvPr id="4" name="Picture 3" descr="A red blue and white star with a white flower and text&#10;&#10;AI-generated content may be incorrect.">
            <a:extLst>
              <a:ext uri="{FF2B5EF4-FFF2-40B4-BE49-F238E27FC236}">
                <a16:creationId xmlns:a16="http://schemas.microsoft.com/office/drawing/2014/main" id="{06A10036-83C9-F922-F5C8-94488C06609E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277089" y="281266"/>
            <a:ext cx="1637822" cy="1740774"/>
          </a:xfrm>
          <a:prstGeom prst="rect">
            <a:avLst/>
          </a:prstGeom>
          <a:noFill/>
          <a:ln>
            <a:noFill/>
          </a:ln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1E223198-9318-4C5A-2E47-FD30D333E076}"/>
              </a:ext>
            </a:extLst>
          </p:cNvPr>
          <p:cNvSpPr txBox="1"/>
          <p:nvPr/>
        </p:nvSpPr>
        <p:spPr>
          <a:xfrm>
            <a:off x="3048000" y="3532000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n-US" b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MSc.CSIT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 1</a:t>
            </a:r>
            <a:r>
              <a:rPr lang="en-US" b="1" baseline="30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</a:t>
            </a:r>
            <a:r>
              <a:rPr lang="en-US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Semester </a:t>
            </a:r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| CSC -542 | CDCSIT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id="{6FCB2DC9-72AC-F496-C4F4-F37B3713653B}"/>
              </a:ext>
            </a:extLst>
          </p:cNvPr>
          <p:cNvSpPr txBox="1"/>
          <p:nvPr/>
        </p:nvSpPr>
        <p:spPr>
          <a:xfrm>
            <a:off x="3048000" y="402015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8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November 2025</a:t>
            </a: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9" name="TextBox 8">
            <a:extLst>
              <a:ext uri="{FF2B5EF4-FFF2-40B4-BE49-F238E27FC236}">
                <a16:creationId xmlns:a16="http://schemas.microsoft.com/office/drawing/2014/main" id="{0AC2336F-18E8-634B-ECE2-436E8EF1E16E}"/>
              </a:ext>
            </a:extLst>
          </p:cNvPr>
          <p:cNvSpPr txBox="1"/>
          <p:nvPr/>
        </p:nvSpPr>
        <p:spPr>
          <a:xfrm>
            <a:off x="7500488" y="5445677"/>
            <a:ext cx="2192152" cy="70788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2000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1" name="TextBox 10">
            <a:extLst>
              <a:ext uri="{FF2B5EF4-FFF2-40B4-BE49-F238E27FC236}">
                <a16:creationId xmlns:a16="http://schemas.microsoft.com/office/drawing/2014/main" id="{7B222CD8-E76D-4A10-6358-07A917DA9084}"/>
              </a:ext>
            </a:extLst>
          </p:cNvPr>
          <p:cNvSpPr txBox="1"/>
          <p:nvPr/>
        </p:nvSpPr>
        <p:spPr>
          <a:xfrm>
            <a:off x="7360920" y="5153289"/>
            <a:ext cx="2837687" cy="129266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lnSpc>
                <a:spcPct val="150000"/>
              </a:lnSpc>
            </a:pPr>
            <a:r>
              <a:rPr lang="en-US" sz="2000" b="1" u="sng" dirty="0">
                <a:latin typeface="Times New Roman" panose="02020603050405020304" pitchFamily="18" charset="0"/>
                <a:cs typeface="Times New Roman" panose="02020603050405020304" pitchFamily="18" charset="0"/>
              </a:rPr>
              <a:t>Supervised by:</a:t>
            </a:r>
          </a:p>
          <a:p>
            <a:pPr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Dr. Dhiraj Kedar Pandey</a:t>
            </a:r>
          </a:p>
          <a:p>
            <a:pPr algn="ctr"/>
            <a:endParaRPr lang="en-US" b="1" u="sng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237515255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0147D9D-A51C-19FC-C566-3D78905C63A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2646744" y="893522"/>
            <a:ext cx="6898511" cy="611187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TABLE OF CONTENTS</a:t>
            </a:r>
            <a:b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27E27B6-BA2B-C9F4-A9A3-24A1EEF70B6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29205" y="1199115"/>
            <a:ext cx="9938795" cy="5116009"/>
          </a:xfrm>
        </p:spPr>
        <p:txBody>
          <a:bodyPr>
            <a:noAutofit/>
          </a:bodyPr>
          <a:lstStyle/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Methodology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Implementation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Results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Conclusion</a:t>
            </a:r>
          </a:p>
          <a:p>
            <a:pPr marL="342900" indent="-342900" algn="l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32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References</a:t>
            </a:r>
          </a:p>
        </p:txBody>
      </p:sp>
    </p:spTree>
    <p:extLst>
      <p:ext uri="{BB962C8B-B14F-4D97-AF65-F5344CB8AC3E}">
        <p14:creationId xmlns:p14="http://schemas.microsoft.com/office/powerpoint/2010/main" val="1632602352"/>
      </p:ext>
    </p:extLst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E457F41-7BA3-B3C1-C948-C39431F8706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014DF14-B66E-63AB-9714-9EF85E887A2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844952" y="701039"/>
            <a:ext cx="10498238" cy="457201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130659-C091-4767-3E05-A4260702DEF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659757" y="985520"/>
            <a:ext cx="10810754" cy="5628640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An emoji is a small digital icons used to express emotions, ideas, or concepts in text.</a:t>
            </a:r>
          </a:p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Emoji offer a unique and succinct way to convey emotions that can be challenging to express through text alone.</a:t>
            </a:r>
          </a:p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Over 80% of social media users worldwide use emojis on major messaging platforms in 2024. This highlights the growing need for a tool that can predict the right emoji for the right context.</a:t>
            </a:r>
          </a:p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0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endParaRPr lang="en-US" sz="1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519435805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294A3B6-1BD5-A3A1-D481-B32E05C1B7A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174AAFE-45B7-E1EA-7BC3-E76021B5CADF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3" y="243840"/>
            <a:ext cx="9599271" cy="809455"/>
          </a:xfrm>
        </p:spPr>
        <p:txBody>
          <a:bodyPr>
            <a:noAutofit/>
          </a:bodyPr>
          <a:lstStyle/>
          <a:p>
            <a: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INTRODUCTION cont.….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3B86485-2245-1490-0E0A-D89ED6A21AE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802640"/>
            <a:ext cx="10648709" cy="5811520"/>
          </a:xfrm>
        </p:spPr>
        <p:txBody>
          <a:bodyPr>
            <a:normAutofit/>
          </a:bodyPr>
          <a:lstStyle/>
          <a:p>
            <a:pPr marL="342900" indent="-342900" algn="just"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Both Recurrent Neural Network(RNN) and Long Short-Term Memory(LSTM) are deep learning models designed to process sequential data like text</a:t>
            </a:r>
          </a:p>
          <a:p>
            <a:pPr algn="just">
              <a:buClr>
                <a:schemeClr val="tx1"/>
              </a:buClr>
            </a:pPr>
            <a:endParaRPr lang="en-US" sz="28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7" name="Picture 6">
            <a:extLst>
              <a:ext uri="{FF2B5EF4-FFF2-40B4-BE49-F238E27FC236}">
                <a16:creationId xmlns:a16="http://schemas.microsoft.com/office/drawing/2014/main" id="{5FE84633-49A1-2B66-5189-02D3A945014F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4048932" y="2679556"/>
            <a:ext cx="3962953" cy="2057687"/>
          </a:xfrm>
          <a:prstGeom prst="snip2DiagRect">
            <a:avLst/>
          </a:prstGeom>
          <a:solidFill>
            <a:srgbClr val="FFFFFF">
              <a:shade val="85000"/>
            </a:srgbClr>
          </a:solidFill>
          <a:ln w="88900" cap="sq">
            <a:solidFill>
              <a:srgbClr val="FFFFFF"/>
            </a:solidFill>
            <a:miter lim="800000"/>
          </a:ln>
          <a:effectLst>
            <a:outerShdw blurRad="88900" algn="tl" rotWithShape="0">
              <a:srgbClr val="000000">
                <a:alpha val="45000"/>
              </a:srgbClr>
            </a:outerShdw>
          </a:effectLst>
          <a:scene3d>
            <a:camera prst="orthographicFront"/>
            <a:lightRig rig="twoPt" dir="t">
              <a:rot lat="0" lon="0" rev="7200000"/>
            </a:lightRig>
          </a:scene3d>
          <a:sp3d>
            <a:bevelT w="25400" h="19050"/>
            <a:contourClr>
              <a:srgbClr val="FFFFFF"/>
            </a:contourClr>
          </a:sp3d>
        </p:spPr>
      </p:pic>
      <p:sp>
        <p:nvSpPr>
          <p:cNvPr id="5" name="TextBox 4">
            <a:extLst>
              <a:ext uri="{FF2B5EF4-FFF2-40B4-BE49-F238E27FC236}">
                <a16:creationId xmlns:a16="http://schemas.microsoft.com/office/drawing/2014/main" id="{A02DCD57-2F53-8F6C-8F27-82C4AC20AA9C}"/>
              </a:ext>
            </a:extLst>
          </p:cNvPr>
          <p:cNvSpPr txBox="1"/>
          <p:nvPr/>
        </p:nvSpPr>
        <p:spPr>
          <a:xfrm>
            <a:off x="3673642" y="5075408"/>
            <a:ext cx="4828674" cy="60029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tabLst>
                <a:tab pos="0" algn="l"/>
              </a:tabLst>
            </a:pPr>
            <a:r>
              <a:rPr lang="en-US" sz="2500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: Emoji Prediction Process</a:t>
            </a:r>
            <a:endParaRPr lang="en-US" sz="25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03432247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0CE19B-3663-44BB-DD55-1C58F2727C6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1FDB2A6-7784-9723-D64A-0610BF8561A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648566"/>
            <a:ext cx="9599271" cy="809455"/>
          </a:xfrm>
        </p:spPr>
        <p:txBody>
          <a:bodyPr>
            <a:noAutofit/>
          </a:bodyPr>
          <a:lstStyle/>
          <a:p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Objective</a:t>
            </a:r>
            <a:br>
              <a:rPr lang="en-US" sz="3200" b="1" dirty="0">
                <a:latin typeface="Times New Roman" panose="02020603050405020304" pitchFamily="18" charset="0"/>
                <a:cs typeface="Times New Roman" panose="02020603050405020304" pitchFamily="18" charset="0"/>
              </a:rPr>
            </a:br>
            <a:endParaRPr lang="en-US" sz="32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8B7877E7-F3B8-0883-216D-7C21588EFDE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 predict the most appropriate emoji for a given text.</a:t>
            </a: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RNN and LSTM performance.</a:t>
            </a:r>
          </a:p>
        </p:txBody>
      </p:sp>
    </p:spTree>
    <p:extLst>
      <p:ext uri="{BB962C8B-B14F-4D97-AF65-F5344CB8AC3E}">
        <p14:creationId xmlns:p14="http://schemas.microsoft.com/office/powerpoint/2010/main" val="1519180837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BCA40D2-9E03-A251-8A75-CC517C051E4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B00356A-FBC0-A791-FBD2-2C3E6D7FED1D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243841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Problem Statement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FC6F1234-0A49-FA8C-245D-B39DC64AEA32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Struggles with emotional and contextual understanding.</a:t>
            </a: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Class imbalance in labeled emoji datasets.</a:t>
            </a:r>
          </a:p>
          <a:p>
            <a:pPr marL="342900" indent="-342900" algn="just">
              <a:lnSpc>
                <a:spcPct val="150000"/>
              </a:lnSpc>
              <a:buClr>
                <a:schemeClr val="tx1"/>
              </a:buClr>
              <a:buFont typeface="Arial" panose="020B0604020202020204" pitchFamily="34" charset="0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Lack of personalization and user-specific context.</a:t>
            </a:r>
          </a:p>
        </p:txBody>
      </p:sp>
    </p:spTree>
    <p:extLst>
      <p:ext uri="{BB962C8B-B14F-4D97-AF65-F5344CB8AC3E}">
        <p14:creationId xmlns:p14="http://schemas.microsoft.com/office/powerpoint/2010/main" val="1353923307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1428D28-266A-D3AC-F498-0F076F4B20E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2224429-E173-8E76-6D3C-1CF31E7A78F8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243841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Background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7256D2E2-8F7C-0856-5066-93FA12C0B25E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Emoji first introduced in Japan(1999) by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Shigetaka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r>
              <a:rPr lang="en-US" sz="2800" b="0" strike="noStrike" spc="-1" dirty="0" err="1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kurita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(NTT DoCoMo)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Keyword-based or Rule-based methods: High precision, low recall, poor adaptability.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Probabilistic Models : Estimate the likelihood of emoji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RNN → Sequence modeling.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LSTM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→ preserves long term context and emotional nuances.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973177757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AF55C3-19D0-2659-23CC-AFFD4EAC61E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56FE4EF-F898-20EB-CD67-6CEF90F190C6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93096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Conceptual Framework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566A1C2-B962-2BC3-97A1-0F819B345B4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A screenshot of a computer">
            <a:extLst>
              <a:ext uri="{FF2B5EF4-FFF2-40B4-BE49-F238E27FC236}">
                <a16:creationId xmlns:a16="http://schemas.microsoft.com/office/drawing/2014/main" id="{FE7589DE-EFB0-9F38-3E1D-24EE5C5810CC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386269" y="1097280"/>
            <a:ext cx="5513891" cy="5013960"/>
          </a:xfrm>
          <a:prstGeom prst="rect">
            <a:avLst/>
          </a:prstGeom>
        </p:spPr>
      </p:pic>
      <p:sp>
        <p:nvSpPr>
          <p:cNvPr id="6" name="TextBox 5">
            <a:extLst>
              <a:ext uri="{FF2B5EF4-FFF2-40B4-BE49-F238E27FC236}">
                <a16:creationId xmlns:a16="http://schemas.microsoft.com/office/drawing/2014/main" id="{330AA6EE-02B5-7D58-43DD-8DB4C64CDC45}"/>
              </a:ext>
            </a:extLst>
          </p:cNvPr>
          <p:cNvSpPr txBox="1"/>
          <p:nvPr/>
        </p:nvSpPr>
        <p:spPr>
          <a:xfrm>
            <a:off x="3048000" y="2992214"/>
            <a:ext cx="6096000" cy="378206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0" marR="0" algn="ctr">
              <a:lnSpc>
                <a:spcPct val="150000"/>
              </a:lnSpc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endParaRPr lang="en-US" b="1" dirty="0"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endParaRPr lang="en-US" sz="1800" b="1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0" marR="0" algn="ctr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 </a:t>
            </a:r>
            <a:endParaRPr lang="en-US" sz="1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  <a:p>
            <a:pPr marL="0" marR="0" algn="ctr">
              <a:lnSpc>
                <a:spcPct val="150000"/>
              </a:lnSpc>
              <a:buNone/>
            </a:pPr>
            <a:r>
              <a:rPr lang="en-US" sz="18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Figure 1: </a:t>
            </a:r>
            <a:r>
              <a:rPr lang="en-US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Conceptual Framework for Emoji prediction</a:t>
            </a:r>
            <a:endParaRPr lang="en-US" sz="1800" dirty="0">
              <a:effectLst/>
              <a:latin typeface="Times New Roman" panose="02020603050405020304" pitchFamily="18" charset="0"/>
              <a:ea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44613795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D1D2432-38CA-FCBA-F294-C9C4DEE3DA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07C719D9-484A-3BAD-8BBD-83668B28691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93096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Methodology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9113109-D388-AC97-BAEB-E46D1650C8B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</a:p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1C97C04E-0751-21B8-1F7E-22F84942B465}"/>
              </a:ext>
            </a:extLst>
          </p:cNvPr>
          <p:cNvSpPr txBox="1"/>
          <p:nvPr/>
        </p:nvSpPr>
        <p:spPr>
          <a:xfrm>
            <a:off x="1066799" y="1027215"/>
            <a:ext cx="10287965" cy="46621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Data Collection and Preprocessing 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Collect text from public sources (e.g., Kaggle), then cleaned, normalized and tokenized.</a:t>
            </a:r>
          </a:p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Text Encoding :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The tokenized text is converted into numeric sequences, padded for uniform length, and represented using pre-trained embeddings (e.g., </a:t>
            </a:r>
            <a:r>
              <a:rPr 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).</a:t>
            </a:r>
          </a:p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</a:t>
            </a:r>
            <a:r>
              <a:rPr lang="en-US" sz="2000" b="1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 Construction </a:t>
            </a:r>
            <a:r>
              <a:rPr lang="en-US" sz="2000" dirty="0"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Build RNN and LSTM architectures with layers like Embedding, LSTM, Dense, and Dropout to process sequential text data.</a:t>
            </a:r>
          </a:p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Training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Train on labeled data, optimize with Adam, and tune hyperparameters.</a:t>
            </a:r>
          </a:p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Evaluation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Evaluate models using Accuracy, Precision, Recall, and F1-score; analyze confusion matrices to assess performance across emoji categories.</a:t>
            </a:r>
          </a:p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r>
              <a:rPr lang="en-US" sz="2000" b="1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Model Deployment </a:t>
            </a:r>
            <a:r>
              <a:rPr lang="en-US" sz="2000" dirty="0"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: 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Deploy the best-performing model for real-time emoji prediction.</a:t>
            </a: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633605073"/>
      </p:ext>
    </p:extLst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C81C4DF-4731-4CE5-DCAD-88BA3F36C2D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20F70F-DA2D-9C37-C628-395C1D5B8BB3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056" y="93096"/>
            <a:ext cx="10189580" cy="809455"/>
          </a:xfrm>
        </p:spPr>
        <p:txBody>
          <a:bodyPr>
            <a:noAutofit/>
          </a:bodyPr>
          <a:lstStyle/>
          <a:p>
            <a:pPr marL="6350" marR="433070" indent="-6350" algn="l">
              <a:lnSpc>
                <a:spcPct val="148000"/>
              </a:lnSpc>
              <a:spcAft>
                <a:spcPts val="800"/>
              </a:spcAft>
            </a:pPr>
            <a:r>
              <a:rPr lang="en-US" sz="22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  <a:cs typeface="Times New Roman" panose="02020603050405020304" pitchFamily="18" charset="0"/>
              </a:rPr>
              <a:t>Recurrent Neural Network(RNN) model – Sequence Processing and prediction</a:t>
            </a:r>
            <a:endParaRPr lang="en-US" sz="2200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B9D155DF-206A-7820-5AF3-0044A9390F7B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12451C-AF2B-AEA2-01C8-ADFDA63C371E}"/>
                  </a:ext>
                </a:extLst>
              </p:cNvPr>
              <p:cNvSpPr txBox="1"/>
              <p:nvPr/>
            </p:nvSpPr>
            <p:spPr>
              <a:xfrm>
                <a:off x="837237" y="1027215"/>
                <a:ext cx="10517528" cy="4955203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Representation (Convert text → word embeddings)</a:t>
                </a:r>
                <a:endPara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input text sequence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is converted into a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dense embedding vector</a:t>
                </a: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The sequence of embeddings is fed to the RNN one time step at a time.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Wingdings" panose="05000000000000000000" pitchFamily="2" charset="2"/>
                  <a:buChar char="q"/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Hidden State Update (Recurrent Processing)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each time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</a:t>
                </a:r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000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​=tanh(</a:t>
                </a:r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sz="2000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sz="2000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+W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000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t-1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sz="2000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sz="2000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sz="2000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Prediction (Emoji Classification)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softmax</m:t>
                    </m:r>
                    <m:r>
                      <a:rPr lang="en-US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CC12451C-AF2B-AEA2-01C8-ADFDA63C371E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37" y="1027215"/>
                <a:ext cx="10517528" cy="4955203"/>
              </a:xfrm>
              <a:prstGeom prst="rect">
                <a:avLst/>
              </a:prstGeom>
              <a:blipFill>
                <a:blip r:embed="rId2"/>
                <a:stretch>
                  <a:fillRect l="-579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p:pic>
        <p:nvPicPr>
          <p:cNvPr id="5" name="Picture 4">
            <a:extLst>
              <a:ext uri="{FF2B5EF4-FFF2-40B4-BE49-F238E27FC236}">
                <a16:creationId xmlns:a16="http://schemas.microsoft.com/office/drawing/2014/main" id="{62D06F1F-626B-B322-AF1B-C16E5BF04B7D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8970264" y="1588953"/>
            <a:ext cx="1618387" cy="283884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525367075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939BA04-F141-3A13-048F-2A9C367E15D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C51C31BA-9627-9AFA-7ACF-FE18AEB1FC0E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706056" y="93096"/>
            <a:ext cx="10189580" cy="809455"/>
          </a:xfrm>
        </p:spPr>
        <p:txBody>
          <a:bodyPr>
            <a:noAutofit/>
          </a:bodyPr>
          <a:lstStyle/>
          <a:p>
            <a:pPr marL="6350" marR="433070" indent="-6350" algn="l">
              <a:lnSpc>
                <a:spcPct val="148000"/>
              </a:lnSpc>
              <a:spcAft>
                <a:spcPts val="800"/>
              </a:spcAft>
            </a:pPr>
            <a:r>
              <a:rPr lang="en-US" sz="2000" b="1" kern="100" dirty="0">
                <a:solidFill>
                  <a:srgbClr val="000000"/>
                </a:solidFill>
                <a:effectLst/>
                <a:latin typeface="Times New Roman" panose="02020603050405020304" pitchFamily="18" charset="0"/>
                <a:ea typeface="Times New Roman" panose="02020603050405020304" pitchFamily="18" charset="0"/>
              </a:rPr>
              <a:t>Long Short-Term Memory(LSTM) model</a:t>
            </a:r>
            <a:r>
              <a:rPr lang="en-US" sz="2000" b="1" kern="100" dirty="0">
                <a:solidFill>
                  <a:srgbClr val="000000"/>
                </a:solidFill>
                <a:latin typeface="Times New Roman" panose="02020603050405020304" pitchFamily="18" charset="0"/>
                <a:ea typeface="Times New Roman" panose="02020603050405020304" pitchFamily="18" charset="0"/>
              </a:rPr>
              <a:t> -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Long-Term Context Handling &amp; Prediction</a:t>
            </a:r>
            <a:endParaRPr lang="en-US" sz="2000" b="1" kern="100" dirty="0">
              <a:solidFill>
                <a:srgbClr val="000000"/>
              </a:solidFill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9C3FA3D3-AB45-8310-5C59-2A0E56ED1C0F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1B63E-2586-79E9-FB94-19F85A101B09}"/>
                  </a:ext>
                </a:extLst>
              </p:cNvPr>
              <p:cNvSpPr txBox="1"/>
              <p:nvPr/>
            </p:nvSpPr>
            <p:spPr>
              <a:xfrm>
                <a:off x="837237" y="1027215"/>
                <a:ext cx="10517528" cy="664534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lvl="0" indent="-342900" eaLnBrk="0" fontAlgn="base" hangingPunct="0">
                  <a:spcBef>
                    <a:spcPct val="0"/>
                  </a:spcBef>
                  <a:spcAft>
                    <a:spcPct val="0"/>
                  </a:spcAft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Representation (Convert text → word embeddings)</a:t>
                </a:r>
                <a:endParaRPr kumimoji="0" lang="en-US" altLang="en-US" sz="2000" b="1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1"/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 each input text sequence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𝑋</m:t>
                    </m:r>
                    <m:r>
                      <a:rPr lang="en-US" sz="2000">
                        <a:latin typeface="Cambria Math" panose="02040503050406030204" pitchFamily="18" charset="0"/>
                      </a:rPr>
                      <m:t>=</m:t>
                    </m:r>
                    <m:d>
                      <m:dPr>
                        <m:begChr m:val="["/>
                        <m:endChr m:val="]"/>
                        <m:sepChr m:val=","/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dPr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1</m:t>
                            </m:r>
                          </m:sub>
                        </m:sSub>
                      </m:e>
                      <m:e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>
                                <a:latin typeface="Cambria Math" panose="02040503050406030204" pitchFamily="18" charset="0"/>
                              </a:rPr>
                              <m:t>2</m:t>
                            </m:r>
                          </m:sub>
                        </m:sSub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.</m:t>
                        </m:r>
                      </m:e>
                      <m:e>
                        <m:r>
                          <a:rPr lang="ar-AE" sz="2000">
                            <a:latin typeface="Cambria Math" panose="02040503050406030204" pitchFamily="18" charset="0"/>
                          </a:rPr>
                          <m:t>..</m:t>
                        </m:r>
                        <m:sSub>
                          <m:sSubPr>
                            <m:ctrlPr>
                              <a:rPr lang="ar-AE" sz="2000" i="1">
                                <a:latin typeface="Cambria Math" panose="02040503050406030204" pitchFamily="18" charset="0"/>
                              </a:rPr>
                            </m:ctrlPr>
                          </m:sSubPr>
                          <m:e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𝑥</m:t>
                            </m:r>
                          </m:e>
                          <m:sub>
                            <m:r>
                              <a:rPr lang="ar-AE" sz="2000" i="1">
                                <a:latin typeface="Cambria Math" panose="02040503050406030204" pitchFamily="18" charset="0"/>
                              </a:rPr>
                              <m:t>𝑇</m:t>
                            </m:r>
                          </m:sub>
                        </m:sSub>
                      </m:e>
                    </m:d>
                  </m:oMath>
                </a14:m>
                <a:r>
                  <a:rPr lang="ar-AE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pPr marL="800100" lvl="1" indent="-34290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Each word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sz="2000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𝑥</m:t>
                        </m:r>
                      </m:e>
                      <m:sub>
                        <m:r>
                          <a:rPr lang="ar-AE" sz="2000" i="1">
                            <a:latin typeface="Cambria Math" panose="02040503050406030204" pitchFamily="18" charset="0"/>
                          </a:rPr>
                          <m:t>𝑡</m:t>
                        </m:r>
                      </m:sub>
                    </m:sSub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is converted into a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dense embedding vector</a:t>
                </a:r>
              </a:p>
              <a:p>
                <a:pPr marL="800100" lvl="1" indent="-342900">
                  <a:buFont typeface="Wingdings" panose="05000000000000000000" pitchFamily="2" charset="2"/>
                  <a:buChar char="q"/>
                </a:pP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LSTM processes each embedding sequentially while maintaining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long-term memory</a:t>
                </a:r>
              </a:p>
              <a:p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Cell State and Hidden State Update (Memory-Controlled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Processing)</a:t>
                </a:r>
              </a:p>
              <a:p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      At each time step </a:t>
                </a:r>
                <a14:m>
                  <m:oMath xmlns:m="http://schemas.openxmlformats.org/officeDocument/2006/math">
                    <m:r>
                      <a:rPr lang="en-US" sz="2000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</a:t>
                </a:r>
              </a:p>
              <a:p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Forget gate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F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σ(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H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Input gate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I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σ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H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i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H’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tanh(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H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U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c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[New candidate information]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		     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 =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σ (C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t-1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F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I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H’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[New cell state]</a:t>
                </a:r>
              </a:p>
              <a:p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Output gate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: O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= σ (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+ H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t-1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U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	        </a:t>
                </a:r>
                <a:r>
                  <a:rPr lang="en-US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tanh(C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* 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 [New information]</a:t>
                </a: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4"/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	</a:t>
                </a:r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Output Prediction (Emoji Classification) </a:t>
                </a:r>
                <a:r>
                  <a:rPr lang="en-US" sz="2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: </a:t>
                </a:r>
                <a14:m>
                  <m:oMath xmlns:m="http://schemas.openxmlformats.org/officeDocument/2006/math">
                    <m:acc>
                      <m:accPr>
                        <m:chr m:val="̂"/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acc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e>
                    </m:acc>
                    <m:r>
                      <a:rPr lang="en-US" sz="2000" b="1" i="1">
                        <a:latin typeface="Cambria Math" panose="02040503050406030204" pitchFamily="18" charset="0"/>
                      </a:rPr>
                      <m:t>=</m:t>
                    </m:r>
                    <m:r>
                      <m:rPr>
                        <m:nor/>
                      </m:rPr>
                      <a:rPr lang="en-US" sz="2000" b="1">
                        <a:latin typeface="Times New Roman" panose="02020603050405020304" pitchFamily="18" charset="0"/>
                        <a:cs typeface="Times New Roman" panose="02020603050405020304" pitchFamily="18" charset="0"/>
                      </a:rPr>
                      <m:t>softmax</m:t>
                    </m:r>
                    <m:r>
                      <a:rPr lang="en-US" sz="2000" b="1" i="1">
                        <a:latin typeface="Cambria Math" panose="02040503050406030204" pitchFamily="18" charset="0"/>
                      </a:rPr>
                      <m:t>(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𝑾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𝒉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𝒕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+</m:t>
                    </m:r>
                    <m:sSub>
                      <m:sSubPr>
                        <m:ctrlPr>
                          <a:rPr lang="en-US" sz="2000" b="1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𝒃</m:t>
                        </m:r>
                      </m:e>
                      <m:sub>
                        <m:r>
                          <a:rPr lang="en-US" sz="2000" b="1" i="1">
                            <a:latin typeface="Cambria Math" panose="02040503050406030204" pitchFamily="18" charset="0"/>
                          </a:rPr>
                          <m:t>𝒚</m:t>
                        </m:r>
                      </m:sub>
                    </m:sSub>
                    <m:r>
                      <a:rPr lang="en-US" sz="2000" b="1" i="1">
                        <a:latin typeface="Cambria Math" panose="02040503050406030204" pitchFamily="18" charset="0"/>
                      </a:rPr>
                      <m:t>)</m:t>
                    </m:r>
                  </m:oMath>
                </a14:m>
                <a:endParaRPr lang="en-US" sz="2000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</a:pPr>
                <a:endParaRPr kumimoji="0" lang="en-US" altLang="en-US" sz="2000" b="0" i="0" u="none" strike="noStrike" cap="none" normalizeH="0" baseline="0" dirty="0">
                  <a:ln>
                    <a:noFill/>
                  </a:ln>
                  <a:solidFill>
                    <a:schemeClr val="tx1"/>
                  </a:solidFill>
                  <a:effectLst/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pPr lvl="0" eaLnBrk="0" fontAlgn="base" hangingPunct="0">
                  <a:spcBef>
                    <a:spcPct val="0"/>
                  </a:spcBef>
                  <a:spcAft>
                    <a:spcPct val="0"/>
                  </a:spcAft>
                  <a:buFontTx/>
                  <a:buChar char="•"/>
                </a:pPr>
                <a:r>
                  <a:rPr kumimoji="0" lang="en-US" altLang="en-US" sz="2000" b="1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Goal:</a:t>
                </a:r>
                <a:r>
                  <a:rPr kumimoji="0" lang="en-US" altLang="en-US" sz="2000" b="0" i="0" u="none" strike="noStrike" cap="none" normalizeH="0" baseline="0" dirty="0">
                    <a:ln>
                      <a:noFill/>
                    </a:ln>
                    <a:solidFill>
                      <a:schemeClr val="tx1"/>
                    </a:solidFill>
                    <a:effectLst/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Maximize margin between classes → better generalization for unseen data. </a:t>
                </a:r>
              </a:p>
            </p:txBody>
          </p:sp>
        </mc:Choice>
        <mc:Fallback xmlns="">
          <p:sp>
            <p:nvSpPr>
              <p:cNvPr id="6" name="TextBox 5">
                <a:extLst>
                  <a:ext uri="{FF2B5EF4-FFF2-40B4-BE49-F238E27FC236}">
                    <a16:creationId xmlns:a16="http://schemas.microsoft.com/office/drawing/2014/main" id="{B681B63E-2586-79E9-FB94-19F85A101B09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837237" y="1027215"/>
                <a:ext cx="10517528" cy="6645345"/>
              </a:xfrm>
              <a:prstGeom prst="rect">
                <a:avLst/>
              </a:prstGeom>
              <a:blipFill>
                <a:blip r:embed="rId2"/>
                <a:stretch>
                  <a:fillRect l="-521" b="-734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273800064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C9C940D-2ACD-CA90-31D7-C9F02E1773B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AE576CE-2549-0E1B-3126-0C77C4F9A6C9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217760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s-ES" altLang="en-US" sz="36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How</a:t>
            </a:r>
            <a:r>
              <a:rPr lang="es-ES" altLang="en-US" sz="3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n-US" sz="3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RNN and LSTM </a:t>
            </a:r>
            <a:r>
              <a:rPr lang="es-ES" altLang="en-US" sz="36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works</a:t>
            </a:r>
            <a:r>
              <a:rPr lang="es-ES" altLang="en-US" sz="3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</a:t>
            </a:r>
            <a:r>
              <a:rPr lang="es-ES" altLang="en-US" sz="36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for</a:t>
            </a:r>
            <a:r>
              <a:rPr lang="es-ES" altLang="en-US" sz="3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 Emoji </a:t>
            </a:r>
            <a:r>
              <a:rPr lang="es-ES" altLang="en-US" sz="3600" dirty="0" err="1">
                <a:latin typeface="Times New Roman" panose="02020603050405020304" charset="0"/>
                <a:cs typeface="Times New Roman" panose="02020603050405020304" charset="0"/>
                <a:sym typeface="+mn-ea"/>
              </a:rPr>
              <a:t>Prediction</a:t>
            </a:r>
            <a:r>
              <a:rPr lang="es-ES" altLang="en-US" sz="3600" dirty="0">
                <a:latin typeface="Times New Roman" panose="02020603050405020304" charset="0"/>
                <a:cs typeface="Times New Roman" panose="02020603050405020304" charset="0"/>
                <a:sym typeface="+mn-ea"/>
              </a:rPr>
              <a:t>?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6006A86C-56DE-5583-76CB-556B49CC441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6" name="TextBox 5">
            <a:extLst>
              <a:ext uri="{FF2B5EF4-FFF2-40B4-BE49-F238E27FC236}">
                <a16:creationId xmlns:a16="http://schemas.microsoft.com/office/drawing/2014/main" id="{B1D6D80A-63F3-4807-E69C-6DCDDABC0B82}"/>
              </a:ext>
            </a:extLst>
          </p:cNvPr>
          <p:cNvSpPr txBox="1"/>
          <p:nvPr/>
        </p:nvSpPr>
        <p:spPr>
          <a:xfrm>
            <a:off x="1066799" y="1027215"/>
            <a:ext cx="5989321" cy="696197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s-ES" altLang="en-US" sz="20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Example</a:t>
            </a:r>
            <a:r>
              <a:rPr lang="es-E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: 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Input Sentence: </a:t>
            </a:r>
            <a:r>
              <a:rPr lang="en-US" sz="2000" dirty="0"/>
              <a:t>“</a:t>
            </a: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I am presenting my seminar</a:t>
            </a:r>
            <a:r>
              <a:rPr lang="en-US" sz="2000" dirty="0"/>
              <a:t>”</a:t>
            </a:r>
          </a:p>
          <a:p>
            <a:pPr marL="342900" indent="-342900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1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“I”→X1,“am”→X​2,“presenting”→X3,“my”→X4,“seminar”→X5</a:t>
            </a:r>
            <a:r>
              <a:rPr lang="en-US" sz="2000" dirty="0"/>
              <a:t>​</a:t>
            </a:r>
            <a:r>
              <a:rPr lang="en-US" sz="2000" b="1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Text Preprocessing : 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+Pad Sequences 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Tokenize → [12, 7, 45, 98, 23] (ex: token IDs)</a:t>
            </a:r>
          </a:p>
          <a:p>
            <a:pPr lvl="1">
              <a:lnSpc>
                <a:spcPct val="150000"/>
              </a:lnSpc>
            </a:pPr>
            <a:r>
              <a:rPr lang="en-US" alt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Pad sequences → [12, 7, 45, 98, 23, 0, 0, 0]</a:t>
            </a: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Embedding (</a:t>
            </a:r>
            <a:r>
              <a:rPr lang="en-US" sz="2000" i="1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GloVe</a:t>
            </a: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 100d) :</a:t>
            </a:r>
          </a:p>
          <a:p>
            <a:pPr lvl="1">
              <a:lnSpc>
                <a:spcPct val="150000"/>
              </a:lnSpc>
            </a:pPr>
            <a:r>
              <a:rPr lang="en-US" sz="20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Each token → </a:t>
            </a:r>
            <a:r>
              <a:rPr lang="en-US" sz="2000" b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100-dimensional vector</a:t>
            </a:r>
            <a:endParaRPr lang="en-US" sz="20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12 → [0.11, -0.02, ..., 0.05]</a:t>
            </a:r>
          </a:p>
          <a:p>
            <a:pPr lvl="1">
              <a:lnSpc>
                <a:spcPct val="150000"/>
              </a:lnSpc>
            </a:pPr>
            <a:r>
              <a:rPr lang="en-US" sz="2000" i="1" dirty="0">
                <a:latin typeface="Times New Roman" panose="02020603050405020304" pitchFamily="18" charset="0"/>
                <a:cs typeface="Times New Roman" panose="02020603050405020304" pitchFamily="18" charset="0"/>
              </a:rPr>
              <a:t>7  → [0.04, 0.21, ..., -0.12]</a:t>
            </a:r>
          </a:p>
          <a:p>
            <a:pPr lvl="1">
              <a:lnSpc>
                <a:spcPct val="150000"/>
              </a:lnSpc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lvl="1">
              <a:lnSpc>
                <a:spcPct val="150000"/>
              </a:lnSpc>
            </a:pPr>
            <a:endParaRPr 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800100" lvl="1" indent="-342900">
              <a:lnSpc>
                <a:spcPct val="150000"/>
              </a:lnSpc>
              <a:buFont typeface="Wingdings" panose="05000000000000000000" pitchFamily="2" charset="2"/>
              <a:buChar char="Ø"/>
            </a:pPr>
            <a:endParaRPr lang="en-US" altLang="en-US" sz="2000" i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marR="0" indent="-342900">
              <a:lnSpc>
                <a:spcPct val="150000"/>
              </a:lnSpc>
              <a:buFont typeface="+mj-lt"/>
              <a:buAutoNum type="arabicPeriod"/>
            </a:pPr>
            <a:endParaRPr lang="en-US" sz="2000" dirty="0">
              <a:effectLst/>
              <a:latin typeface="Times New Roman" panose="02020603050405020304" pitchFamily="18" charset="0"/>
              <a:ea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mc:AlternateContent xmlns:mc="http://schemas.openxmlformats.org/markup-compatibility/2006">
        <mc:Choice xmlns:a14="http://schemas.microsoft.com/office/drawing/2010/main" Requires="a14"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3926F3-437A-21FD-9D8F-650405C19BE5}"/>
                  </a:ext>
                </a:extLst>
              </p:cNvPr>
              <p:cNvSpPr txBox="1"/>
              <p:nvPr/>
            </p:nvSpPr>
            <p:spPr>
              <a:xfrm>
                <a:off x="7056120" y="1027215"/>
                <a:ext cx="6096000" cy="1692771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RNN Processing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/>
                  <a:t>At every time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/>
                  <a:t>, RNN updates its memory: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​=tanh(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W</a:t>
                </a:r>
                <a:r>
                  <a:rPr lang="en-US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X</a:t>
                </a:r>
                <a:r>
                  <a:rPr lang="en-US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+W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t-1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+ </a:t>
                </a: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b</a:t>
                </a:r>
                <a:r>
                  <a:rPr lang="en-US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  <a:p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>
          <p:sp>
            <p:nvSpPr>
              <p:cNvPr id="12" name="TextBox 11">
                <a:extLst>
                  <a:ext uri="{FF2B5EF4-FFF2-40B4-BE49-F238E27FC236}">
                    <a16:creationId xmlns:a16="http://schemas.microsoft.com/office/drawing/2014/main" id="{903926F3-437A-21FD-9D8F-650405C19BE5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20" y="1027215"/>
                <a:ext cx="6096000" cy="1692771"/>
              </a:xfrm>
              <a:prstGeom prst="rect">
                <a:avLst/>
              </a:prstGeom>
              <a:blipFill>
                <a:blip r:embed="rId2"/>
                <a:stretch>
                  <a:fillRect l="-1100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>
        <mc:Choice xmlns:a14="http://schemas.microsoft.com/office/drawing/2010/main" Requires="a14"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987B75-2F8D-A2FC-FFD1-7CDD68B038E6}"/>
                  </a:ext>
                </a:extLst>
              </p:cNvPr>
              <p:cNvSpPr txBox="1"/>
              <p:nvPr/>
            </p:nvSpPr>
            <p:spPr>
              <a:xfrm>
                <a:off x="7056120" y="2820706"/>
                <a:ext cx="4977403" cy="1384995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LSTM Processing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At every time step </a:t>
                </a:r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</a:rPr>
                      <m:t>𝑡</m:t>
                    </m:r>
                  </m:oMath>
                </a14:m>
                <a:r>
                  <a:rPr lang="en-US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, LSTM updates its memory using gates.</a:t>
                </a:r>
              </a:p>
              <a:p>
                <a:pPr marL="342900" indent="-342900">
                  <a:buFont typeface="Arial" panose="020B0604020202020204" pitchFamily="34" charset="0"/>
                  <a:buChar char="•"/>
                </a:pPr>
                <a:r>
                  <a:rPr lang="en-US" b="1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H</a:t>
                </a:r>
                <a:r>
                  <a:rPr lang="en-US" b="1" baseline="-25000" dirty="0" err="1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 = tanh(C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 * 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O</a:t>
                </a:r>
                <a:r>
                  <a:rPr lang="en-US" b="1" baseline="-25000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t</a:t>
                </a:r>
                <a:r>
                  <a:rPr lang="en-US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)</a:t>
                </a:r>
              </a:p>
            </p:txBody>
          </p:sp>
        </mc:Choice>
        <mc:Fallback>
          <p:sp>
            <p:nvSpPr>
              <p:cNvPr id="5" name="TextBox 4">
                <a:extLst>
                  <a:ext uri="{FF2B5EF4-FFF2-40B4-BE49-F238E27FC236}">
                    <a16:creationId xmlns:a16="http://schemas.microsoft.com/office/drawing/2014/main" id="{E2987B75-2F8D-A2FC-FFD1-7CDD68B038E6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20" y="2820706"/>
                <a:ext cx="4977403" cy="1384995"/>
              </a:xfrm>
              <a:prstGeom prst="rect">
                <a:avLst/>
              </a:prstGeom>
              <a:blipFill>
                <a:blip r:embed="rId3"/>
                <a:stretch>
                  <a:fillRect l="-1348" r="-1348" b="-6167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41311A-F21C-C318-0E45-E1B5C6F4F1F0}"/>
                  </a:ext>
                </a:extLst>
              </p:cNvPr>
              <p:cNvSpPr txBox="1"/>
              <p:nvPr/>
            </p:nvSpPr>
            <p:spPr>
              <a:xfrm>
                <a:off x="7056120" y="4888230"/>
                <a:ext cx="4467828" cy="1457450"/>
              </a:xfrm>
              <a:prstGeom prst="rect">
                <a:avLst/>
              </a:prstGeom>
              <a:noFill/>
            </p:spPr>
            <p:txBody>
              <a:bodyPr wrap="square">
                <a:spAutoFit/>
              </a:bodyPr>
              <a:lstStyle/>
              <a:p>
                <a:pPr>
                  <a:lnSpc>
                    <a:spcPct val="150000"/>
                  </a:lnSpc>
                </a:pPr>
                <a:r>
                  <a:rPr lang="en-US" sz="2000" b="1" dirty="0">
                    <a:latin typeface="Times New Roman" panose="02020603050405020304" pitchFamily="18" charset="0"/>
                    <a:cs typeface="Times New Roman" panose="02020603050405020304" pitchFamily="18" charset="0"/>
                  </a:rPr>
                  <a:t>Emoji Prediction</a:t>
                </a:r>
              </a:p>
              <a:p>
                <a:r>
                  <a:rPr lang="en-US" dirty="0"/>
                  <a:t>Final hidden state 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ar-AE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ar-AE" i="1">
                            <a:latin typeface="Cambria Math" panose="02040503050406030204" pitchFamily="18" charset="0"/>
                          </a:rPr>
                          <m:t>h</m:t>
                        </m:r>
                      </m:e>
                      <m:sub>
                        <m:r>
                          <m:rPr>
                            <m:sty m:val="p"/>
                          </m:rPr>
                          <a:rPr lang="en-US" b="0" i="0" smtClean="0">
                            <a:latin typeface="Cambria Math" panose="02040503050406030204" pitchFamily="18" charset="0"/>
                          </a:rPr>
                          <m:t>t</m:t>
                        </m:r>
                        <m:r>
                          <a:rPr lang="en-US" b="0" i="0" smtClean="0">
                            <a:latin typeface="Cambria Math" panose="02040503050406030204" pitchFamily="18" charset="0"/>
                          </a:rPr>
                          <m:t> </m:t>
                        </m:r>
                      </m:sub>
                    </m:sSub>
                  </m:oMath>
                </a14:m>
                <a:r>
                  <a:rPr lang="en-US" dirty="0"/>
                  <a:t>goes to the output: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US" i="1">
                          <a:latin typeface="Cambria Math" panose="02040503050406030204" pitchFamily="18" charset="0"/>
                        </a:rPr>
                        <m:t>𝑦</m:t>
                      </m:r>
                      <m:r>
                        <a:rPr lang="en-US">
                          <a:latin typeface="Cambria Math" panose="02040503050406030204" pitchFamily="18" charset="0"/>
                        </a:rPr>
                        <m:t>=</m:t>
                      </m:r>
                      <m:r>
                        <m:rPr>
                          <m:nor/>
                        </m:rPr>
                        <a:rPr lang="en-US" i="1"/>
                        <m:t>softmax</m:t>
                      </m:r>
                      <m:d>
                        <m:dPr>
                          <m:ctrlPr>
                            <a:rPr lang="ar-AE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𝑊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h</m:t>
                              </m:r>
                            </m:e>
                            <m:sub>
                              <m:r>
                                <m:rPr>
                                  <m:sty m:val="p"/>
                                </m:rPr>
                                <a:rPr lang="en-US" b="0" i="0" smtClean="0">
                                  <a:latin typeface="Cambria Math" panose="02040503050406030204" pitchFamily="18" charset="0"/>
                                </a:rPr>
                                <m:t>t</m:t>
                              </m:r>
                            </m:sub>
                          </m:sSub>
                          <m:r>
                            <a:rPr lang="ar-AE">
                              <a:latin typeface="Cambria Math" panose="02040503050406030204" pitchFamily="18" charset="0"/>
                            </a:rPr>
                            <m:t>+</m:t>
                          </m:r>
                          <m:sSub>
                            <m:sSubPr>
                              <m:ctrlPr>
                                <a:rPr lang="ar-AE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𝑏</m:t>
                              </m:r>
                            </m:e>
                            <m:sub>
                              <m:r>
                                <a:rPr lang="ar-AE" i="1">
                                  <a:latin typeface="Cambria Math" panose="02040503050406030204" pitchFamily="18" charset="0"/>
                                </a:rPr>
                                <m:t>𝑦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US" b="1" dirty="0">
                  <a:latin typeface="Times New Roman" panose="02020603050405020304" pitchFamily="18" charset="0"/>
                  <a:cs typeface="Times New Roman" panose="02020603050405020304" pitchFamily="18" charset="0"/>
                </a:endParaRPr>
              </a:p>
              <a:p>
                <a:endParaRPr lang="en-US" sz="2000" dirty="0">
                  <a:effectLst/>
                  <a:latin typeface="Times New Roman" panose="02020603050405020304" pitchFamily="18" charset="0"/>
                  <a:ea typeface="Times New Roman" panose="02020603050405020304" pitchFamily="18" charset="0"/>
                  <a:cs typeface="Times New Roman" panose="02020603050405020304" pitchFamily="18" charset="0"/>
                </a:endParaRPr>
              </a:p>
            </p:txBody>
          </p:sp>
        </mc:Choice>
        <mc:Fallback xmlns="">
          <p:sp>
            <p:nvSpPr>
              <p:cNvPr id="8" name="TextBox 7">
                <a:extLst>
                  <a:ext uri="{FF2B5EF4-FFF2-40B4-BE49-F238E27FC236}">
                    <a16:creationId xmlns:a16="http://schemas.microsoft.com/office/drawing/2014/main" id="{1A41311A-F21C-C318-0E45-E1B5C6F4F1F0}"/>
                  </a:ext>
                </a:extLst>
              </p:cNvPr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056120" y="4888230"/>
                <a:ext cx="4467828" cy="1457450"/>
              </a:xfrm>
              <a:prstGeom prst="rect">
                <a:avLst/>
              </a:prstGeom>
              <a:blipFill>
                <a:blip r:embed="rId4"/>
                <a:stretch>
                  <a:fillRect l="-1503"/>
                </a:stretch>
              </a:blipFill>
            </p:spPr>
            <p:txBody>
              <a:bodyPr/>
              <a:lstStyle/>
              <a:p>
                <a:r>
                  <a:rPr lang="en-US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3035004283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4F03FB-EA4A-3E2F-D3BA-DB674E0A7E3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870B114-4509-A053-A5BA-40BC7010321A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93096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Implementation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AEED1DFD-A438-40F2-DD1F-93CB370B9F16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E6D53847-876C-2DE3-3897-37A0B9953000}"/>
              </a:ext>
            </a:extLst>
          </p:cNvPr>
          <p:cNvSpPr txBox="1"/>
          <p:nvPr/>
        </p:nvSpPr>
        <p:spPr>
          <a:xfrm>
            <a:off x="1021079" y="755705"/>
            <a:ext cx="10149840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Python : Primary Programming language for NLP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Keras</a:t>
            </a: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(TensorFlow) : Building and Training RNN/LSTM models.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NumPy &amp; Pandas : Data preprocessing and feature vectors.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Matplotlib / Seaborn :Visualizing results.</a:t>
            </a:r>
          </a:p>
          <a:p>
            <a:pPr marL="342900" indent="-342900" algn="just">
              <a:lnSpc>
                <a:spcPct val="150000"/>
              </a:lnSpc>
              <a:buFont typeface="Arial" panose="020B0604020202020204" pitchFamily="34" charset="0"/>
              <a:buChar char="•"/>
            </a:pPr>
            <a:r>
              <a:rPr lang="en-US" sz="24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Emoji Library : Handling emoji characters and Label Mapping</a:t>
            </a:r>
          </a:p>
          <a:p>
            <a:pPr algn="just">
              <a:lnSpc>
                <a:spcPct val="150000"/>
              </a:lnSpc>
            </a:pPr>
            <a:endParaRPr lang="en-US" sz="24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tabLst>
                <a:tab pos="0" algn="l"/>
              </a:tabLst>
            </a:pPr>
            <a:r>
              <a:rPr lang="en-US" sz="24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Evaluation: Accuracy, Precision, Recall, F1-score.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170640" indent="-170640"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40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endParaRPr lang="en-US" sz="240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00223910"/>
      </p:ext>
    </p:extLst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061EFA38-3CC4-2B56-77A1-64F16A1C27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469FA46B-C312-FA68-89A5-0CD127C39C34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93096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Results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2AC7E3F8-CAC8-3317-6E33-D514A1AB9835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pic>
        <p:nvPicPr>
          <p:cNvPr id="4" name="Picture 3" descr="A screenshot of a chat&#10;&#10;AI-generated content may be incorrect.">
            <a:extLst>
              <a:ext uri="{FF2B5EF4-FFF2-40B4-BE49-F238E27FC236}">
                <a16:creationId xmlns:a16="http://schemas.microsoft.com/office/drawing/2014/main" id="{7BD70AE2-D8E8-F9AF-5B42-24A064DFF347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2301240" y="1458021"/>
            <a:ext cx="3392805" cy="3571875"/>
          </a:xfrm>
          <a:prstGeom prst="rect">
            <a:avLst/>
          </a:prstGeom>
        </p:spPr>
      </p:pic>
      <p:pic>
        <p:nvPicPr>
          <p:cNvPr id="6" name="Picture 5">
            <a:extLst>
              <a:ext uri="{FF2B5EF4-FFF2-40B4-BE49-F238E27FC236}">
                <a16:creationId xmlns:a16="http://schemas.microsoft.com/office/drawing/2014/main" id="{2AD8A355-9292-3FD9-7106-DD079ADF5358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97956" y="1458021"/>
            <a:ext cx="3392804" cy="3571874"/>
          </a:xfrm>
          <a:prstGeom prst="rect">
            <a:avLst/>
          </a:prstGeom>
        </p:spPr>
      </p:pic>
      <p:sp>
        <p:nvSpPr>
          <p:cNvPr id="8" name="TextBox 7">
            <a:extLst>
              <a:ext uri="{FF2B5EF4-FFF2-40B4-BE49-F238E27FC236}">
                <a16:creationId xmlns:a16="http://schemas.microsoft.com/office/drawing/2014/main" id="{B44042C1-A4C8-34D9-352F-3217333400D9}"/>
              </a:ext>
            </a:extLst>
          </p:cNvPr>
          <p:cNvSpPr txBox="1"/>
          <p:nvPr/>
        </p:nvSpPr>
        <p:spPr>
          <a:xfrm>
            <a:off x="2612720" y="5029894"/>
            <a:ext cx="2421232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tabLst>
                <a:tab pos="0" algn="l"/>
              </a:tabLst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a. RNN</a:t>
            </a:r>
            <a:endParaRPr lang="en-US" sz="18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7E1A7DA7-AFF2-24AD-5733-E98D4559E945}"/>
              </a:ext>
            </a:extLst>
          </p:cNvPr>
          <p:cNvSpPr txBox="1"/>
          <p:nvPr/>
        </p:nvSpPr>
        <p:spPr>
          <a:xfrm>
            <a:off x="6940617" y="5029894"/>
            <a:ext cx="1854770" cy="45807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just">
              <a:lnSpc>
                <a:spcPct val="15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tabLst>
                <a:tab pos="0" algn="l"/>
              </a:tabLst>
            </a:pPr>
            <a:r>
              <a:rPr lang="en-US" b="1" spc="-1" dirty="0">
                <a:solidFill>
                  <a:srgbClr val="000000"/>
                </a:solidFill>
                <a:latin typeface="Times New Roman" panose="02020603050405020304" pitchFamily="18" charset="0"/>
                <a:cs typeface="Times New Roman" panose="02020603050405020304" pitchFamily="18" charset="0"/>
              </a:rPr>
              <a:t>Figure b. LSTM</a:t>
            </a:r>
            <a:endParaRPr lang="en-US" sz="1800" b="1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55146604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DF9804C-1200-B1C7-7DEF-ECA5C012C6A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370BB64-652A-345B-1066-C4F9E9CF4FF7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296364" y="93096"/>
            <a:ext cx="9599271" cy="809455"/>
          </a:xfrm>
        </p:spPr>
        <p:txBody>
          <a:bodyPr>
            <a:noAutofit/>
          </a:bodyPr>
          <a:lstStyle/>
          <a:p>
            <a:pPr>
              <a:buClr>
                <a:schemeClr val="tx1"/>
              </a:buClr>
            </a:pPr>
            <a:r>
              <a:rPr lang="en-US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Results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1D860A76-AC2D-7ABD-4D89-C9E67A4630B7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706055" y="1458021"/>
            <a:ext cx="10648709" cy="5156138"/>
          </a:xfrm>
        </p:spPr>
        <p:txBody>
          <a:bodyPr>
            <a:normAutofit/>
          </a:bodyPr>
          <a:lstStyle/>
          <a:p>
            <a:pPr marL="285840" indent="-285840" algn="just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Calibri Light"/>
                <a:ea typeface="DejaVu Sans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Arial"/>
            </a:endParaRPr>
          </a:p>
        </p:txBody>
      </p:sp>
      <p:graphicFrame>
        <p:nvGraphicFramePr>
          <p:cNvPr id="12" name="Table 11">
            <a:extLst>
              <a:ext uri="{FF2B5EF4-FFF2-40B4-BE49-F238E27FC236}">
                <a16:creationId xmlns:a16="http://schemas.microsoft.com/office/drawing/2014/main" id="{A57BAEC9-603C-883F-A66B-28AC287B3588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504680468"/>
              </p:ext>
            </p:extLst>
          </p:nvPr>
        </p:nvGraphicFramePr>
        <p:xfrm>
          <a:off x="2031999" y="1402116"/>
          <a:ext cx="8127999" cy="3522010"/>
        </p:xfrm>
        <a:graphic>
          <a:graphicData uri="http://schemas.openxmlformats.org/drawingml/2006/table">
            <a:tbl>
              <a:tblPr firstRow="1" bandRow="1">
                <a:tableStyleId>{5940675A-B579-460E-94D1-54222C63F5DA}</a:tableStyleId>
              </a:tblPr>
              <a:tblGrid>
                <a:gridCol w="2709333">
                  <a:extLst>
                    <a:ext uri="{9D8B030D-6E8A-4147-A177-3AD203B41FA5}">
                      <a16:colId xmlns:a16="http://schemas.microsoft.com/office/drawing/2014/main" val="1338084668"/>
                    </a:ext>
                  </a:extLst>
                </a:gridCol>
                <a:gridCol w="2924388">
                  <a:extLst>
                    <a:ext uri="{9D8B030D-6E8A-4147-A177-3AD203B41FA5}">
                      <a16:colId xmlns:a16="http://schemas.microsoft.com/office/drawing/2014/main" val="3891848259"/>
                    </a:ext>
                  </a:extLst>
                </a:gridCol>
                <a:gridCol w="2494278">
                  <a:extLst>
                    <a:ext uri="{9D8B030D-6E8A-4147-A177-3AD203B41FA5}">
                      <a16:colId xmlns:a16="http://schemas.microsoft.com/office/drawing/2014/main" val="3220252571"/>
                    </a:ext>
                  </a:extLst>
                </a:gridCol>
              </a:tblGrid>
              <a:tr h="704402"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Metric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1 (RNN)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sz="2000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Model 2 (LSTM)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241656856"/>
                  </a:ext>
                </a:extLst>
              </a:tr>
              <a:tr h="70440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Accuracy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0.60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03286865"/>
                  </a:ext>
                </a:extLst>
              </a:tr>
              <a:tr h="70440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Precision(Macro)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950214810"/>
                  </a:ext>
                </a:extLst>
              </a:tr>
              <a:tr h="70440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Recall(Macro)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0.30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0.80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2245397545"/>
                  </a:ext>
                </a:extLst>
              </a:tr>
              <a:tr h="704402">
                <a:tc>
                  <a:txBody>
                    <a:bodyPr/>
                    <a:lstStyle/>
                    <a:p>
                      <a:pPr algn="ctr"/>
                      <a:r>
                        <a:rPr lang="en-US" b="1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F1-Score(Macro)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0.533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pPr algn="ctr"/>
                      <a:r>
                        <a:rPr lang="en-US" dirty="0"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0.733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60158315"/>
                  </a:ext>
                </a:extLst>
              </a:tr>
            </a:tbl>
          </a:graphicData>
        </a:graphic>
      </p:graphicFrame>
      <p:sp>
        <p:nvSpPr>
          <p:cNvPr id="14" name="TextBox 13">
            <a:extLst>
              <a:ext uri="{FF2B5EF4-FFF2-40B4-BE49-F238E27FC236}">
                <a16:creationId xmlns:a16="http://schemas.microsoft.com/office/drawing/2014/main" id="{F1CD46ED-002D-B4F8-F369-40AAB152C7E9}"/>
              </a:ext>
            </a:extLst>
          </p:cNvPr>
          <p:cNvSpPr txBox="1"/>
          <p:nvPr/>
        </p:nvSpPr>
        <p:spPr>
          <a:xfrm>
            <a:off x="4206240" y="5447512"/>
            <a:ext cx="6096000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en-US" sz="1800" b="1" kern="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Figure </a:t>
            </a:r>
            <a:r>
              <a:rPr lang="en-US" b="1" kern="0" dirty="0">
                <a:latin typeface="Times New Roman" panose="02020603050405020304" pitchFamily="18" charset="0"/>
                <a:ea typeface="Arial" panose="020B0604020202020204" pitchFamily="34" charset="0"/>
              </a:rPr>
              <a:t>: </a:t>
            </a:r>
            <a:r>
              <a:rPr lang="en-US" sz="1800" b="1" kern="0" dirty="0">
                <a:effectLst/>
                <a:latin typeface="Times New Roman" panose="02020603050405020304" pitchFamily="18" charset="0"/>
                <a:ea typeface="Arial" panose="020B0604020202020204" pitchFamily="34" charset="0"/>
              </a:rPr>
              <a:t>Performance Metrics 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842265276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Box 2">
            <a:extLst>
              <a:ext uri="{FF2B5EF4-FFF2-40B4-BE49-F238E27FC236}">
                <a16:creationId xmlns:a16="http://schemas.microsoft.com/office/drawing/2014/main" id="{A2A83D56-70BE-14C7-E9DD-7A75E6A425E0}"/>
              </a:ext>
            </a:extLst>
          </p:cNvPr>
          <p:cNvSpPr txBox="1"/>
          <p:nvPr/>
        </p:nvSpPr>
        <p:spPr>
          <a:xfrm>
            <a:off x="640080" y="1521281"/>
            <a:ext cx="10911840" cy="466794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LSTM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outperforms </a:t>
            </a:r>
            <a:r>
              <a:rPr 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RNN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in capturing long term dependencies, context and sentiments.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RNN</a:t>
            </a: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still is faster but struggles with long sequences and achieves lower accuracy and unstable validation.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LSTM is superior for emoji prediction and proves to be the better choice.</a:t>
            </a:r>
          </a:p>
          <a:p>
            <a:pPr marL="285840" indent="-285840">
              <a:spcBef>
                <a:spcPts val="1191"/>
              </a:spcBef>
              <a:spcAft>
                <a:spcPts val="989"/>
              </a:spcAft>
              <a:buClr>
                <a:srgbClr val="000000"/>
              </a:buClr>
              <a:buFont typeface="Arial"/>
              <a:buChar char="•"/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Future Work: Use larger/balanced datasets, and advanced models.(Bi-LSTM, GRU) or Transformer based models (BERT,GPT)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marL="285840" indent="-285840" defTabSz="914400">
              <a:lnSpc>
                <a:spcPct val="100000"/>
              </a:lnSpc>
              <a:spcBef>
                <a:spcPts val="1191"/>
              </a:spcBef>
              <a:spcAft>
                <a:spcPts val="989"/>
              </a:spcAft>
              <a:buNone/>
              <a:tabLst>
                <a:tab pos="0" algn="l"/>
              </a:tabLst>
            </a:pPr>
            <a:r>
              <a:rPr lang="en-US" sz="28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 </a:t>
            </a:r>
            <a:endParaRPr lang="en-US" sz="28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sp>
        <p:nvSpPr>
          <p:cNvPr id="5" name="TextBox 4">
            <a:extLst>
              <a:ext uri="{FF2B5EF4-FFF2-40B4-BE49-F238E27FC236}">
                <a16:creationId xmlns:a16="http://schemas.microsoft.com/office/drawing/2014/main" id="{3809C6BE-9A5C-9872-379A-B5DB17A8FEA8}"/>
              </a:ext>
            </a:extLst>
          </p:cNvPr>
          <p:cNvSpPr txBox="1"/>
          <p:nvPr/>
        </p:nvSpPr>
        <p:spPr>
          <a:xfrm>
            <a:off x="2788920" y="668774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Conclusion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94580850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1C0A023-0008-6E96-644A-096EE7533768}"/>
              </a:ext>
            </a:extLst>
          </p:cNvPr>
          <p:cNvSpPr txBox="1"/>
          <p:nvPr/>
        </p:nvSpPr>
        <p:spPr>
          <a:xfrm>
            <a:off x="731520" y="1249680"/>
            <a:ext cx="10149840" cy="430117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spcBef>
                <a:spcPts val="856"/>
              </a:spcBef>
              <a:spcAft>
                <a:spcPts val="856"/>
              </a:spcAft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[1]  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R. Ranjan, P. Yadav, "Emoji prediction using LSTM and Naive Bayes," in TENCON 2021-2021 IEEE Region 10 Conference (TENCON), 2021, pp. 284–288. Kone, V., et al, "Emoji prediction using bi-directional LSTM," in ITM Web of Conferences, 2023, pp. 02004.</a:t>
            </a:r>
          </a:p>
          <a:p>
            <a:pPr marL="228600" algn="just">
              <a:spcBef>
                <a:spcPts val="856"/>
              </a:spcBef>
              <a:spcAft>
                <a:spcPts val="856"/>
              </a:spcAft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2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]  Kone, V., et al, "Emoji prediction using bi-directional LSTM," in ITM Web of Conferences, 2023, pp. 02004.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[3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] Zhang, L., et al, "Emoji prediction: A transfer learning approach," in Future of Information and Communication Conference, 2020, pp. 864–872.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 [</a:t>
            </a: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4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] Shaik, A., et al. "Recurrent neural network with emperor penguin-based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DejaVu Sans"/>
              </a:rPr>
              <a:t>Salp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 swarm (RNN-EPS2) algorithm for emoji based sentiment analysis," in Multimedia Tools and Applications, vol. 83, no. 12, pp. 35097–35116, 2024.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z="1800" b="0" strike="noStrike" spc="-1" dirty="0">
                <a:solidFill>
                  <a:srgbClr val="000000"/>
                </a:solidFill>
                <a:latin typeface="Times New Roman"/>
                <a:ea typeface="DejaVu Sans"/>
              </a:rPr>
              <a:t>[5] 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H. Raj, S. Balachandran. "Future emoji entry prediction using neural networks," in Journal of Computer Science, vol. 16, no. 2, pp. 150–157, 2020.</a:t>
            </a:r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id="{8D93D5E9-499B-5045-F41F-770740B60787}"/>
              </a:ext>
            </a:extLst>
          </p:cNvPr>
          <p:cNvSpPr txBox="1"/>
          <p:nvPr/>
        </p:nvSpPr>
        <p:spPr>
          <a:xfrm>
            <a:off x="3063240" y="405229"/>
            <a:ext cx="6096000" cy="64633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3600" b="1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References</a:t>
            </a:r>
            <a:endParaRPr lang="en-US" sz="3600" b="1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176111244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89E7387-95CA-71E6-425E-B0530218557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FB518478-6E7A-8F4D-6F96-D229EED7494C}"/>
              </a:ext>
            </a:extLst>
          </p:cNvPr>
          <p:cNvSpPr txBox="1"/>
          <p:nvPr/>
        </p:nvSpPr>
        <p:spPr>
          <a:xfrm>
            <a:off x="533400" y="1325881"/>
            <a:ext cx="10668000" cy="52270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[6] Zhou, C., et al. "A C-LSTM neural network for text classification," in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DejaVu Sans"/>
              </a:rPr>
              <a:t>arXiv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 preprint arXiv:1511.08630, 2015.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[7]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DejaVu Sans"/>
              </a:rPr>
              <a:t>A.Sherstinsky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. "Fundamentals of recurrent neural network (RNN) and long short-term memory (LSTM) network," in Physica D: Nonlinear Phenomena, vol. 404, pp. 132306, 2020.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[8] Yu, Y., et al. "A review of recurrent neural networks: LSTM cells and network architectures," in Neural computation, vol. 31, no. 7, pp. 1235–1270, 2019.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[9] Bai, Q., et al. "A systematic review of emoji: Current research and future perspectives," in Frontiers in psychology, vol. 10, pp. 476737, 2019.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[10] Liu, C., Fang, F., Lin, X., Cai, T., Tan, X., Liu, J., &amp; Lu, X. (2021). Improving sentiment analysis accuracy with emoji embedding. Journal of Safety Science and Resilience, 2(4), 246–252.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[11] Mittal, M., Arora, M., &amp; Pandey, T. (2019). Emoticon prediction on textual data using stacked LSTM model. In International Conference on Communication and Intelligent Systems (pp. 259–269).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endParaRPr lang="en-US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endParaRPr lang="en-US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3681940828"/>
      </p:ext>
    </p:extLst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E5A15573-CA2B-458C-7822-9BAB98C5B98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E73C94EF-1CCA-E6CD-EB3B-CFA702380A37}"/>
              </a:ext>
            </a:extLst>
          </p:cNvPr>
          <p:cNvSpPr txBox="1"/>
          <p:nvPr/>
        </p:nvSpPr>
        <p:spPr>
          <a:xfrm>
            <a:off x="533400" y="1325881"/>
            <a:ext cx="10668000" cy="514499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[12] Al-Azani, S., &amp; El-Alfy, E.S. (2018). Emojis-based sentiment classification of Arabic microblogs using deep recurrent neural networks. In 2018 international conference on computing sciences and engineering (ICCSE) (pp. 1–6).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[13] Hussain, S.,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DejaVu Sans"/>
              </a:rPr>
              <a:t>Alhussayni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, K., &amp;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DejaVu Sans"/>
              </a:rPr>
              <a:t>Obayes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, H. (2024). Iraqi Dialect Emoji Prediction Based on Deep CNN-LSTM Architecture. In National Conference on New Trends in Information and Communications Technology Applications (pp. 128–141).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[14] Lou, Y., Zhang, Y., Li, F., Qian, T., &amp; Ji, D. (2020). Emoji-based sentiment analysis using attention networks. ACM Transactions on </a:t>
            </a:r>
            <a:r>
              <a:rPr lang="en-US" spc="-1" dirty="0" err="1">
                <a:solidFill>
                  <a:srgbClr val="000000"/>
                </a:solidFill>
                <a:latin typeface="Times New Roman"/>
                <a:ea typeface="DejaVu Sans"/>
              </a:rPr>
              <a:t>asian</a:t>
            </a: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 and low-resource language information processing (TALLIP), 19(5), 1–13.[9] Bai, Q., et al. "A systematic review of emoji: Current research and future perspectives," in Frontiers in psychology, vol. 10, pp. 476737, 2019.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r>
              <a:rPr lang="en-US" spc="-1" dirty="0">
                <a:solidFill>
                  <a:srgbClr val="000000"/>
                </a:solidFill>
                <a:latin typeface="Times New Roman"/>
                <a:ea typeface="DejaVu Sans"/>
              </a:rPr>
              <a:t>[15] Gupta, A., Bhatia, B., Chugh, D., Himabindu, G., Sethia, D., Agarwal, E., Sani, D., &amp; Garg, S. (2021). Context-aware emoji prediction using deep learning. In International Conference on Artificial Intelligence and Speech Technology (pp. 244–254).</a:t>
            </a: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endParaRPr lang="en-US" spc="-1" dirty="0">
              <a:solidFill>
                <a:srgbClr val="000000"/>
              </a:solidFill>
              <a:latin typeface="Times New Roman"/>
              <a:ea typeface="DejaVu Sans"/>
            </a:endParaRPr>
          </a:p>
          <a:p>
            <a:pPr marL="228600" algn="just">
              <a:spcBef>
                <a:spcPts val="1414"/>
              </a:spcBef>
              <a:tabLst>
                <a:tab pos="0" algn="l"/>
              </a:tabLst>
            </a:pPr>
            <a:endParaRPr lang="en-US" spc="-1" dirty="0">
              <a:solidFill>
                <a:srgbClr val="000000"/>
              </a:solidFill>
              <a:latin typeface="Arial"/>
            </a:endParaRPr>
          </a:p>
        </p:txBody>
      </p:sp>
    </p:spTree>
    <p:extLst>
      <p:ext uri="{BB962C8B-B14F-4D97-AF65-F5344CB8AC3E}">
        <p14:creationId xmlns:p14="http://schemas.microsoft.com/office/powerpoint/2010/main" val="684533063"/>
      </p:ext>
    </p:extLst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225D978A-B2A4-3212-7AB6-6D47C63D79E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extBox 4">
            <a:extLst>
              <a:ext uri="{FF2B5EF4-FFF2-40B4-BE49-F238E27FC236}">
                <a16:creationId xmlns:a16="http://schemas.microsoft.com/office/drawing/2014/main" id="{D2457A55-3BD7-526D-6ABD-1B227A254B5F}"/>
              </a:ext>
            </a:extLst>
          </p:cNvPr>
          <p:cNvSpPr txBox="1"/>
          <p:nvPr/>
        </p:nvSpPr>
        <p:spPr>
          <a:xfrm>
            <a:off x="533400" y="1325881"/>
            <a:ext cx="10668000" cy="353943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endParaRPr 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altLang="en-US" sz="4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Thank</a:t>
            </a:r>
            <a:r>
              <a:rPr lang="es-ES" alt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</a:t>
            </a:r>
            <a:r>
              <a:rPr lang="es-ES" altLang="en-US" sz="4600" dirty="0" err="1">
                <a:latin typeface="Times New Roman" panose="02020603050405020304" pitchFamily="18" charset="0"/>
                <a:cs typeface="Times New Roman" panose="02020603050405020304" pitchFamily="18" charset="0"/>
              </a:rPr>
              <a:t>you</a:t>
            </a:r>
            <a:endParaRPr lang="es-ES" alt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r>
              <a:rPr lang="es-ES" altLang="en-US" sz="4600" dirty="0">
                <a:latin typeface="Times New Roman" panose="02020603050405020304" pitchFamily="18" charset="0"/>
                <a:cs typeface="Times New Roman" panose="02020603050405020304" pitchFamily="18" charset="0"/>
              </a:rPr>
              <a:t> !!</a:t>
            </a:r>
          </a:p>
          <a:p>
            <a:pPr algn="ctr"/>
            <a:r>
              <a:rPr lang="en-US" sz="4000" b="0" strike="noStrike" spc="-1" dirty="0">
                <a:solidFill>
                  <a:srgbClr val="000000"/>
                </a:solidFill>
                <a:latin typeface="Times New Roman" panose="02020603050405020304" pitchFamily="18" charset="0"/>
                <a:ea typeface="DejaVu Sans"/>
                <a:cs typeface="Times New Roman" panose="02020603050405020304" pitchFamily="18" charset="0"/>
              </a:rPr>
              <a:t>Any Queries??</a:t>
            </a:r>
            <a:endParaRPr lang="en-US" sz="4000" b="0" strike="noStrike" spc="-1" dirty="0">
              <a:solidFill>
                <a:srgbClr val="000000"/>
              </a:solidFill>
              <a:latin typeface="Times New Roman" panose="02020603050405020304" pitchFamily="18" charset="0"/>
              <a:cs typeface="Times New Roman" panose="02020603050405020304" pitchFamily="18" charset="0"/>
            </a:endParaRPr>
          </a:p>
          <a:p>
            <a:pPr algn="ctr"/>
            <a:endParaRPr lang="es-ES" altLang="en-US" sz="4600" dirty="0">
              <a:latin typeface="Times New Roman" panose="02020603050405020304" pitchFamily="18" charset="0"/>
              <a:cs typeface="Times New Roman" panose="02020603050405020304" pitchFamily="18" charset="0"/>
            </a:endParaRPr>
          </a:p>
        </p:txBody>
      </p:sp>
      <p:pic>
        <p:nvPicPr>
          <p:cNvPr id="4" name="Graphic 3" descr="Thought bubble outline">
            <a:extLst>
              <a:ext uri="{FF2B5EF4-FFF2-40B4-BE49-F238E27FC236}">
                <a16:creationId xmlns:a16="http://schemas.microsoft.com/office/drawing/2014/main" id="{6CD83C62-4887-4493-7D7C-0E43A3FBFDC1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7240277" y="2097557"/>
            <a:ext cx="1590135" cy="159013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424145563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4171</TotalTime>
  <Words>1792</Words>
  <Application>Microsoft Office PowerPoint</Application>
  <PresentationFormat>Widescreen</PresentationFormat>
  <Paragraphs>185</Paragraphs>
  <Slides>20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7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8" baseType="lpstr">
      <vt:lpstr>Aptos</vt:lpstr>
      <vt:lpstr>Aptos Display</vt:lpstr>
      <vt:lpstr>Arial</vt:lpstr>
      <vt:lpstr>Calibri Light</vt:lpstr>
      <vt:lpstr>Cambria Math</vt:lpstr>
      <vt:lpstr>Times New Roman</vt:lpstr>
      <vt:lpstr>Wingdings</vt:lpstr>
      <vt:lpstr>Office Theme</vt:lpstr>
      <vt:lpstr>     Seminar On  “Leveraging Recurrent Neural Network (RNN) and Long-short Term Memory (LSTM) for emoji prediction”</vt:lpstr>
      <vt:lpstr>TABLE OF CONTENTS </vt:lpstr>
      <vt:lpstr>INTRODUCTION </vt:lpstr>
      <vt:lpstr>INTRODUCTION cont.…. </vt:lpstr>
      <vt:lpstr>Objective </vt:lpstr>
      <vt:lpstr>Problem Statement</vt:lpstr>
      <vt:lpstr>Background</vt:lpstr>
      <vt:lpstr>Conceptual Framework</vt:lpstr>
      <vt:lpstr>Methodology</vt:lpstr>
      <vt:lpstr>Recurrent Neural Network(RNN) model – Sequence Processing and prediction</vt:lpstr>
      <vt:lpstr>Long Short-Term Memory(LSTM) model -Long-Term Context Handling &amp; Prediction</vt:lpstr>
      <vt:lpstr>How RNN and LSTM works for Emoji Prediction?</vt:lpstr>
      <vt:lpstr>Implementation</vt:lpstr>
      <vt:lpstr>Results</vt:lpstr>
      <vt:lpstr>Results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Priya Shrestha</dc:creator>
  <cp:lastModifiedBy>Priya Shrestha</cp:lastModifiedBy>
  <cp:revision>2</cp:revision>
  <dcterms:created xsi:type="dcterms:W3CDTF">2025-11-08T17:11:48Z</dcterms:created>
  <dcterms:modified xsi:type="dcterms:W3CDTF">2025-11-14T04:07:32Z</dcterms:modified>
</cp:coreProperties>
</file>